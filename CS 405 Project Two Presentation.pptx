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2"/>
  </p:notesMasterIdLst>
  <p:sldIdLst>
    <p:sldId id="256" r:id="rId5"/>
    <p:sldId id="257" r:id="rId6"/>
    <p:sldId id="258" r:id="rId7"/>
    <p:sldId id="259" r:id="rId8"/>
    <p:sldId id="260" r:id="rId9"/>
    <p:sldId id="261" r:id="rId10"/>
    <p:sldId id="262" r:id="rId11"/>
    <p:sldId id="263" r:id="rId12"/>
    <p:sldId id="270" r:id="rId13"/>
    <p:sldId id="271" r:id="rId14"/>
    <p:sldId id="272" r:id="rId15"/>
    <p:sldId id="264" r:id="rId16"/>
    <p:sldId id="265" r:id="rId17"/>
    <p:sldId id="266" r:id="rId18"/>
    <p:sldId id="267" r:id="rId19"/>
    <p:sldId id="268" r:id="rId20"/>
    <p:sldId id="269" r:id="rId21"/>
  </p:sldIdLst>
  <p:sldSz cx="12192000" cy="6858000"/>
  <p:notesSz cx="6858000" cy="9144000"/>
  <p:embeddedFontLst>
    <p:embeddedFont>
      <p:font typeface="Century Gothic" panose="020B0502020202020204" pitchFamily="34" charset="0"/>
      <p:regular r:id="rId23"/>
      <p:bold r:id="rId24"/>
      <p:italic r:id="rId25"/>
      <p:boldItalic r:id="rId26"/>
    </p:embeddedFont>
  </p:embeddedFontLst>
  <p:custDataLst>
    <p:tags r:id="rId27"/>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A2FE2E-350F-45EF-B441-8CC33D79FBBE}" v="6" dt="2026-04-26T01:18:38.879"/>
  </p1510:revLst>
</p1510:revInfo>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744" y="6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gs" Target="tags/tag1.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mmonds, Charles" userId="6fa9b136-cc2e-489d-a834-874164b50f60" providerId="ADAL" clId="{D177943C-0CE7-4C4E-A2B1-D520C1522F64}"/>
    <pc:docChg chg="modSld">
      <pc:chgData name="Hammonds, Charles" userId="6fa9b136-cc2e-489d-a834-874164b50f60" providerId="ADAL" clId="{D177943C-0CE7-4C4E-A2B1-D520C1522F64}" dt="2026-04-26T01:18:38.879" v="18"/>
      <pc:docMkLst>
        <pc:docMk/>
      </pc:docMkLst>
      <pc:sldChg chg="addSp delSp modSp mod modTransition modAnim">
        <pc:chgData name="Hammonds, Charles" userId="6fa9b136-cc2e-489d-a834-874164b50f60" providerId="ADAL" clId="{D177943C-0CE7-4C4E-A2B1-D520C1522F64}" dt="2026-04-26T01:18:38.879" v="18"/>
        <pc:sldMkLst>
          <pc:docMk/>
          <pc:sldMk cId="0" sldId="256"/>
        </pc:sldMkLst>
        <pc:picChg chg="add del mod">
          <ac:chgData name="Hammonds, Charles" userId="6fa9b136-cc2e-489d-a834-874164b50f60" providerId="ADAL" clId="{D177943C-0CE7-4C4E-A2B1-D520C1522F64}" dt="2026-04-26T01:08:47.246" v="13"/>
          <ac:picMkLst>
            <pc:docMk/>
            <pc:sldMk cId="0" sldId="256"/>
            <ac:picMk id="5" creationId="{4E2F2985-B850-B2EB-EF60-578DD84A5BF8}"/>
          </ac:picMkLst>
        </pc:picChg>
        <pc:picChg chg="add del mod ord">
          <ac:chgData name="Hammonds, Charles" userId="6fa9b136-cc2e-489d-a834-874164b50f60" providerId="ADAL" clId="{D177943C-0CE7-4C4E-A2B1-D520C1522F64}" dt="2026-04-26T01:14:46.606" v="14"/>
          <ac:picMkLst>
            <pc:docMk/>
            <pc:sldMk cId="0" sldId="256"/>
            <ac:picMk id="7" creationId="{6A03DAD6-7DB5-9ADB-B8FE-213848DE93D9}"/>
          </ac:picMkLst>
        </pc:picChg>
        <pc:picChg chg="add del mod">
          <ac:chgData name="Hammonds, Charles" userId="6fa9b136-cc2e-489d-a834-874164b50f60" providerId="ADAL" clId="{D177943C-0CE7-4C4E-A2B1-D520C1522F64}" dt="2026-04-26T01:18:38.879" v="18"/>
          <ac:picMkLst>
            <pc:docMk/>
            <pc:sldMk cId="0" sldId="256"/>
            <ac:picMk id="8" creationId="{F37FDE74-49AF-1646-F5A5-9EB917441FC1}"/>
          </ac:picMkLst>
        </pc:picChg>
      </pc:sldChg>
      <pc:sldChg chg="addSp delSp modSp mod modTransition modAnim">
        <pc:chgData name="Hammonds, Charles" userId="6fa9b136-cc2e-489d-a834-874164b50f60" providerId="ADAL" clId="{D177943C-0CE7-4C4E-A2B1-D520C1522F64}" dt="2026-04-26T01:18:38.879" v="18"/>
        <pc:sldMkLst>
          <pc:docMk/>
          <pc:sldMk cId="0" sldId="257"/>
        </pc:sldMkLst>
        <pc:picChg chg="add del mod">
          <ac:chgData name="Hammonds, Charles" userId="6fa9b136-cc2e-489d-a834-874164b50f60" providerId="ADAL" clId="{D177943C-0CE7-4C4E-A2B1-D520C1522F64}" dt="2026-04-26T01:08:47.246" v="13"/>
          <ac:picMkLst>
            <pc:docMk/>
            <pc:sldMk cId="0" sldId="257"/>
            <ac:picMk id="6" creationId="{15C31341-9DE2-9AFB-89C4-B4E019A746E2}"/>
          </ac:picMkLst>
        </pc:picChg>
        <pc:picChg chg="add del mod ord">
          <ac:chgData name="Hammonds, Charles" userId="6fa9b136-cc2e-489d-a834-874164b50f60" providerId="ADAL" clId="{D177943C-0CE7-4C4E-A2B1-D520C1522F64}" dt="2026-04-26T01:14:46.606" v="14"/>
          <ac:picMkLst>
            <pc:docMk/>
            <pc:sldMk cId="0" sldId="257"/>
            <ac:picMk id="8" creationId="{3C0ECFC6-F266-FCA5-3844-6239F2309117}"/>
          </ac:picMkLst>
        </pc:picChg>
        <pc:picChg chg="add del mod">
          <ac:chgData name="Hammonds, Charles" userId="6fa9b136-cc2e-489d-a834-874164b50f60" providerId="ADAL" clId="{D177943C-0CE7-4C4E-A2B1-D520C1522F64}" dt="2026-04-26T01:18:38.879" v="18"/>
          <ac:picMkLst>
            <pc:docMk/>
            <pc:sldMk cId="0" sldId="257"/>
            <ac:picMk id="9" creationId="{8100ED26-B3FF-EDE0-DBAD-9EA83021F2C6}"/>
          </ac:picMkLst>
        </pc:picChg>
      </pc:sldChg>
      <pc:sldChg chg="addSp delSp modSp mod modTransition modAnim">
        <pc:chgData name="Hammonds, Charles" userId="6fa9b136-cc2e-489d-a834-874164b50f60" providerId="ADAL" clId="{D177943C-0CE7-4C4E-A2B1-D520C1522F64}" dt="2026-04-26T01:18:38.879" v="18"/>
        <pc:sldMkLst>
          <pc:docMk/>
          <pc:sldMk cId="0" sldId="258"/>
        </pc:sldMkLst>
        <pc:picChg chg="add del mod">
          <ac:chgData name="Hammonds, Charles" userId="6fa9b136-cc2e-489d-a834-874164b50f60" providerId="ADAL" clId="{D177943C-0CE7-4C4E-A2B1-D520C1522F64}" dt="2026-04-26T01:08:47.246" v="13"/>
          <ac:picMkLst>
            <pc:docMk/>
            <pc:sldMk cId="0" sldId="258"/>
            <ac:picMk id="6" creationId="{7053AD9D-38A4-36EC-B7D0-841D5F436D34}"/>
          </ac:picMkLst>
        </pc:picChg>
        <pc:picChg chg="add del mod ord">
          <ac:chgData name="Hammonds, Charles" userId="6fa9b136-cc2e-489d-a834-874164b50f60" providerId="ADAL" clId="{D177943C-0CE7-4C4E-A2B1-D520C1522F64}" dt="2026-04-26T01:14:46.606" v="14"/>
          <ac:picMkLst>
            <pc:docMk/>
            <pc:sldMk cId="0" sldId="258"/>
            <ac:picMk id="8" creationId="{2EF3073E-B588-89DE-6C05-1C888F4144D3}"/>
          </ac:picMkLst>
        </pc:picChg>
        <pc:picChg chg="add del mod">
          <ac:chgData name="Hammonds, Charles" userId="6fa9b136-cc2e-489d-a834-874164b50f60" providerId="ADAL" clId="{D177943C-0CE7-4C4E-A2B1-D520C1522F64}" dt="2026-04-26T01:18:38.879" v="18"/>
          <ac:picMkLst>
            <pc:docMk/>
            <pc:sldMk cId="0" sldId="258"/>
            <ac:picMk id="9" creationId="{1FA793A1-5FF8-1055-D4C5-6C7572BFE22C}"/>
          </ac:picMkLst>
        </pc:picChg>
      </pc:sldChg>
      <pc:sldChg chg="addSp delSp modSp mod modTransition modAnim">
        <pc:chgData name="Hammonds, Charles" userId="6fa9b136-cc2e-489d-a834-874164b50f60" providerId="ADAL" clId="{D177943C-0CE7-4C4E-A2B1-D520C1522F64}" dt="2026-04-26T01:18:38.879" v="18"/>
        <pc:sldMkLst>
          <pc:docMk/>
          <pc:sldMk cId="0" sldId="259"/>
        </pc:sldMkLst>
        <pc:picChg chg="add del mod">
          <ac:chgData name="Hammonds, Charles" userId="6fa9b136-cc2e-489d-a834-874164b50f60" providerId="ADAL" clId="{D177943C-0CE7-4C4E-A2B1-D520C1522F64}" dt="2026-04-26T01:08:47.246" v="13"/>
          <ac:picMkLst>
            <pc:docMk/>
            <pc:sldMk cId="0" sldId="259"/>
            <ac:picMk id="4" creationId="{0FB2A1B0-4FD5-AA93-EDBB-A20110A8B9D8}"/>
          </ac:picMkLst>
        </pc:picChg>
        <pc:picChg chg="add del mod ord">
          <ac:chgData name="Hammonds, Charles" userId="6fa9b136-cc2e-489d-a834-874164b50f60" providerId="ADAL" clId="{D177943C-0CE7-4C4E-A2B1-D520C1522F64}" dt="2026-04-26T01:14:46.606" v="14"/>
          <ac:picMkLst>
            <pc:docMk/>
            <pc:sldMk cId="0" sldId="259"/>
            <ac:picMk id="7" creationId="{02B29549-D03F-5415-D900-C74AE82892DB}"/>
          </ac:picMkLst>
        </pc:picChg>
        <pc:picChg chg="add del mod">
          <ac:chgData name="Hammonds, Charles" userId="6fa9b136-cc2e-489d-a834-874164b50f60" providerId="ADAL" clId="{D177943C-0CE7-4C4E-A2B1-D520C1522F64}" dt="2026-04-26T01:18:38.879" v="18"/>
          <ac:picMkLst>
            <pc:docMk/>
            <pc:sldMk cId="0" sldId="259"/>
            <ac:picMk id="8" creationId="{E11E2AD6-BFFB-9DEA-06D3-0CE2073D76F6}"/>
          </ac:picMkLst>
        </pc:picChg>
      </pc:sldChg>
      <pc:sldChg chg="addSp delSp modSp mod modTransition modAnim">
        <pc:chgData name="Hammonds, Charles" userId="6fa9b136-cc2e-489d-a834-874164b50f60" providerId="ADAL" clId="{D177943C-0CE7-4C4E-A2B1-D520C1522F64}" dt="2026-04-26T01:18:38.879" v="18"/>
        <pc:sldMkLst>
          <pc:docMk/>
          <pc:sldMk cId="0" sldId="260"/>
        </pc:sldMkLst>
        <pc:picChg chg="add del mod">
          <ac:chgData name="Hammonds, Charles" userId="6fa9b136-cc2e-489d-a834-874164b50f60" providerId="ADAL" clId="{D177943C-0CE7-4C4E-A2B1-D520C1522F64}" dt="2026-04-26T01:08:47.246" v="13"/>
          <ac:picMkLst>
            <pc:docMk/>
            <pc:sldMk cId="0" sldId="260"/>
            <ac:picMk id="4" creationId="{B7C40DB5-3DD0-B8E0-DBD2-7E436A3C0833}"/>
          </ac:picMkLst>
        </pc:picChg>
        <pc:picChg chg="add del mod ord">
          <ac:chgData name="Hammonds, Charles" userId="6fa9b136-cc2e-489d-a834-874164b50f60" providerId="ADAL" clId="{D177943C-0CE7-4C4E-A2B1-D520C1522F64}" dt="2026-04-26T01:14:46.606" v="14"/>
          <ac:picMkLst>
            <pc:docMk/>
            <pc:sldMk cId="0" sldId="260"/>
            <ac:picMk id="7" creationId="{05E85E75-DADE-317D-B965-71E7906D9BE0}"/>
          </ac:picMkLst>
        </pc:picChg>
        <pc:picChg chg="add del mod">
          <ac:chgData name="Hammonds, Charles" userId="6fa9b136-cc2e-489d-a834-874164b50f60" providerId="ADAL" clId="{D177943C-0CE7-4C4E-A2B1-D520C1522F64}" dt="2026-04-26T01:18:38.879" v="18"/>
          <ac:picMkLst>
            <pc:docMk/>
            <pc:sldMk cId="0" sldId="260"/>
            <ac:picMk id="8" creationId="{5C8C87E6-42B0-37CA-D945-97AFEE784D6F}"/>
          </ac:picMkLst>
        </pc:picChg>
      </pc:sldChg>
      <pc:sldChg chg="addSp delSp modSp mod modTransition modAnim">
        <pc:chgData name="Hammonds, Charles" userId="6fa9b136-cc2e-489d-a834-874164b50f60" providerId="ADAL" clId="{D177943C-0CE7-4C4E-A2B1-D520C1522F64}" dt="2026-04-26T01:18:38.879" v="18"/>
        <pc:sldMkLst>
          <pc:docMk/>
          <pc:sldMk cId="0" sldId="261"/>
        </pc:sldMkLst>
        <pc:picChg chg="add del mod">
          <ac:chgData name="Hammonds, Charles" userId="6fa9b136-cc2e-489d-a834-874164b50f60" providerId="ADAL" clId="{D177943C-0CE7-4C4E-A2B1-D520C1522F64}" dt="2026-04-26T01:08:47.246" v="13"/>
          <ac:picMkLst>
            <pc:docMk/>
            <pc:sldMk cId="0" sldId="261"/>
            <ac:picMk id="3" creationId="{31604E18-BC12-3F75-55BC-08964D592687}"/>
          </ac:picMkLst>
        </pc:picChg>
        <pc:picChg chg="add del mod ord">
          <ac:chgData name="Hammonds, Charles" userId="6fa9b136-cc2e-489d-a834-874164b50f60" providerId="ADAL" clId="{D177943C-0CE7-4C4E-A2B1-D520C1522F64}" dt="2026-04-26T01:14:46.606" v="14"/>
          <ac:picMkLst>
            <pc:docMk/>
            <pc:sldMk cId="0" sldId="261"/>
            <ac:picMk id="6" creationId="{B6CFAF18-2D78-162F-DCDF-496F6DC1FDC2}"/>
          </ac:picMkLst>
        </pc:picChg>
        <pc:picChg chg="add del mod">
          <ac:chgData name="Hammonds, Charles" userId="6fa9b136-cc2e-489d-a834-874164b50f60" providerId="ADAL" clId="{D177943C-0CE7-4C4E-A2B1-D520C1522F64}" dt="2026-04-26T01:16:06.884" v="16"/>
          <ac:picMkLst>
            <pc:docMk/>
            <pc:sldMk cId="0" sldId="261"/>
            <ac:picMk id="7" creationId="{0A8074E4-EE02-7312-ECC3-DF382A8AAD1F}"/>
          </ac:picMkLst>
        </pc:picChg>
        <pc:picChg chg="add del mod ord">
          <ac:chgData name="Hammonds, Charles" userId="6fa9b136-cc2e-489d-a834-874164b50f60" providerId="ADAL" clId="{D177943C-0CE7-4C4E-A2B1-D520C1522F64}" dt="2026-04-26T01:17:20.926" v="17"/>
          <ac:picMkLst>
            <pc:docMk/>
            <pc:sldMk cId="0" sldId="261"/>
            <ac:picMk id="10" creationId="{AF31F97C-7F65-97CD-DD2A-E6E959FA100C}"/>
          </ac:picMkLst>
        </pc:picChg>
        <pc:picChg chg="add del mod">
          <ac:chgData name="Hammonds, Charles" userId="6fa9b136-cc2e-489d-a834-874164b50f60" providerId="ADAL" clId="{D177943C-0CE7-4C4E-A2B1-D520C1522F64}" dt="2026-04-26T01:18:38.879" v="18"/>
          <ac:picMkLst>
            <pc:docMk/>
            <pc:sldMk cId="0" sldId="261"/>
            <ac:picMk id="11" creationId="{83707365-24A1-6EF5-F0D2-B6C75F6C72A1}"/>
          </ac:picMkLst>
        </pc:picChg>
      </pc:sldChg>
      <pc:sldChg chg="addSp delSp modSp mod modTransition modAnim">
        <pc:chgData name="Hammonds, Charles" userId="6fa9b136-cc2e-489d-a834-874164b50f60" providerId="ADAL" clId="{D177943C-0CE7-4C4E-A2B1-D520C1522F64}" dt="2026-04-26T01:18:38.879" v="18"/>
        <pc:sldMkLst>
          <pc:docMk/>
          <pc:sldMk cId="0" sldId="262"/>
        </pc:sldMkLst>
        <pc:picChg chg="add del mod">
          <ac:chgData name="Hammonds, Charles" userId="6fa9b136-cc2e-489d-a834-874164b50f60" providerId="ADAL" clId="{D177943C-0CE7-4C4E-A2B1-D520C1522F64}" dt="2026-04-26T01:08:47.246" v="13"/>
          <ac:picMkLst>
            <pc:docMk/>
            <pc:sldMk cId="0" sldId="262"/>
            <ac:picMk id="3" creationId="{43A33C23-BCF3-0D4D-E947-9DC83725AAE7}"/>
          </ac:picMkLst>
        </pc:picChg>
        <pc:picChg chg="add del mod ord">
          <ac:chgData name="Hammonds, Charles" userId="6fa9b136-cc2e-489d-a834-874164b50f60" providerId="ADAL" clId="{D177943C-0CE7-4C4E-A2B1-D520C1522F64}" dt="2026-04-26T01:14:46.606" v="14"/>
          <ac:picMkLst>
            <pc:docMk/>
            <pc:sldMk cId="0" sldId="262"/>
            <ac:picMk id="6" creationId="{17D1E294-0CB1-1434-26DE-DBDCF16A31F7}"/>
          </ac:picMkLst>
        </pc:picChg>
        <pc:picChg chg="add del mod">
          <ac:chgData name="Hammonds, Charles" userId="6fa9b136-cc2e-489d-a834-874164b50f60" providerId="ADAL" clId="{D177943C-0CE7-4C4E-A2B1-D520C1522F64}" dt="2026-04-26T01:18:38.879" v="18"/>
          <ac:picMkLst>
            <pc:docMk/>
            <pc:sldMk cId="0" sldId="262"/>
            <ac:picMk id="7" creationId="{8C91B3C7-0786-39FB-097A-445046461BB8}"/>
          </ac:picMkLst>
        </pc:picChg>
      </pc:sldChg>
      <pc:sldChg chg="addSp delSp modSp mod modTransition modAnim">
        <pc:chgData name="Hammonds, Charles" userId="6fa9b136-cc2e-489d-a834-874164b50f60" providerId="ADAL" clId="{D177943C-0CE7-4C4E-A2B1-D520C1522F64}" dt="2026-04-26T01:18:38.879" v="18"/>
        <pc:sldMkLst>
          <pc:docMk/>
          <pc:sldMk cId="0" sldId="263"/>
        </pc:sldMkLst>
        <pc:picChg chg="add del mod">
          <ac:chgData name="Hammonds, Charles" userId="6fa9b136-cc2e-489d-a834-874164b50f60" providerId="ADAL" clId="{D177943C-0CE7-4C4E-A2B1-D520C1522F64}" dt="2026-04-26T01:08:47.246" v="13"/>
          <ac:picMkLst>
            <pc:docMk/>
            <pc:sldMk cId="0" sldId="263"/>
            <ac:picMk id="3" creationId="{921D67E3-CF7F-736F-EDC3-95C44AB9CBA1}"/>
          </ac:picMkLst>
        </pc:picChg>
        <pc:picChg chg="add mod ord">
          <ac:chgData name="Hammonds, Charles" userId="6fa9b136-cc2e-489d-a834-874164b50f60" providerId="ADAL" clId="{D177943C-0CE7-4C4E-A2B1-D520C1522F64}" dt="2026-04-26T01:08:44.244" v="8" actId="34307"/>
          <ac:picMkLst>
            <pc:docMk/>
            <pc:sldMk cId="0" sldId="263"/>
            <ac:picMk id="6" creationId="{FC0593F1-C968-4797-6367-E1D20533EB6B}"/>
          </ac:picMkLst>
        </pc:picChg>
      </pc:sldChg>
      <pc:sldChg chg="addSp delSp modSp mod modTransition modAnim">
        <pc:chgData name="Hammonds, Charles" userId="6fa9b136-cc2e-489d-a834-874164b50f60" providerId="ADAL" clId="{D177943C-0CE7-4C4E-A2B1-D520C1522F64}" dt="2026-04-26T01:18:38.879" v="18"/>
        <pc:sldMkLst>
          <pc:docMk/>
          <pc:sldMk cId="0" sldId="264"/>
        </pc:sldMkLst>
        <pc:picChg chg="add del mod">
          <ac:chgData name="Hammonds, Charles" userId="6fa9b136-cc2e-489d-a834-874164b50f60" providerId="ADAL" clId="{D177943C-0CE7-4C4E-A2B1-D520C1522F64}" dt="2026-04-26T01:08:47.246" v="13"/>
          <ac:picMkLst>
            <pc:docMk/>
            <pc:sldMk cId="0" sldId="264"/>
            <ac:picMk id="3" creationId="{89C61A4A-D761-6E8A-B2BC-AB7D1610DE13}"/>
          </ac:picMkLst>
        </pc:picChg>
        <pc:picChg chg="add mod ord">
          <ac:chgData name="Hammonds, Charles" userId="6fa9b136-cc2e-489d-a834-874164b50f60" providerId="ADAL" clId="{D177943C-0CE7-4C4E-A2B1-D520C1522F64}" dt="2026-04-26T01:08:44.253" v="12" actId="34307"/>
          <ac:picMkLst>
            <pc:docMk/>
            <pc:sldMk cId="0" sldId="264"/>
            <ac:picMk id="6" creationId="{CC1ED863-6B8C-211B-A77D-4F781884FD2B}"/>
          </ac:picMkLst>
        </pc:picChg>
      </pc:sldChg>
      <pc:sldChg chg="modTransition">
        <pc:chgData name="Hammonds, Charles" userId="6fa9b136-cc2e-489d-a834-874164b50f60" providerId="ADAL" clId="{D177943C-0CE7-4C4E-A2B1-D520C1522F64}" dt="2026-04-26T01:18:38.879" v="18"/>
        <pc:sldMkLst>
          <pc:docMk/>
          <pc:sldMk cId="0" sldId="265"/>
        </pc:sldMkLst>
      </pc:sldChg>
      <pc:sldChg chg="modTransition">
        <pc:chgData name="Hammonds, Charles" userId="6fa9b136-cc2e-489d-a834-874164b50f60" providerId="ADAL" clId="{D177943C-0CE7-4C4E-A2B1-D520C1522F64}" dt="2026-04-26T01:18:38.879" v="18"/>
        <pc:sldMkLst>
          <pc:docMk/>
          <pc:sldMk cId="0" sldId="266"/>
        </pc:sldMkLst>
      </pc:sldChg>
      <pc:sldChg chg="modTransition">
        <pc:chgData name="Hammonds, Charles" userId="6fa9b136-cc2e-489d-a834-874164b50f60" providerId="ADAL" clId="{D177943C-0CE7-4C4E-A2B1-D520C1522F64}" dt="2026-04-26T01:18:38.879" v="18"/>
        <pc:sldMkLst>
          <pc:docMk/>
          <pc:sldMk cId="0" sldId="267"/>
        </pc:sldMkLst>
      </pc:sldChg>
      <pc:sldChg chg="modTransition">
        <pc:chgData name="Hammonds, Charles" userId="6fa9b136-cc2e-489d-a834-874164b50f60" providerId="ADAL" clId="{D177943C-0CE7-4C4E-A2B1-D520C1522F64}" dt="2026-04-26T01:18:38.879" v="18"/>
        <pc:sldMkLst>
          <pc:docMk/>
          <pc:sldMk cId="0" sldId="268"/>
        </pc:sldMkLst>
      </pc:sldChg>
      <pc:sldChg chg="modTransition">
        <pc:chgData name="Hammonds, Charles" userId="6fa9b136-cc2e-489d-a834-874164b50f60" providerId="ADAL" clId="{D177943C-0CE7-4C4E-A2B1-D520C1522F64}" dt="2026-04-26T01:18:38.879" v="18"/>
        <pc:sldMkLst>
          <pc:docMk/>
          <pc:sldMk cId="0" sldId="269"/>
        </pc:sldMkLst>
      </pc:sldChg>
      <pc:sldChg chg="addSp delSp modSp mod modTransition modAnim">
        <pc:chgData name="Hammonds, Charles" userId="6fa9b136-cc2e-489d-a834-874164b50f60" providerId="ADAL" clId="{D177943C-0CE7-4C4E-A2B1-D520C1522F64}" dt="2026-04-26T01:18:38.879" v="18"/>
        <pc:sldMkLst>
          <pc:docMk/>
          <pc:sldMk cId="869466791" sldId="270"/>
        </pc:sldMkLst>
        <pc:picChg chg="add del mod">
          <ac:chgData name="Hammonds, Charles" userId="6fa9b136-cc2e-489d-a834-874164b50f60" providerId="ADAL" clId="{D177943C-0CE7-4C4E-A2B1-D520C1522F64}" dt="2026-04-26T01:08:47.246" v="13"/>
          <ac:picMkLst>
            <pc:docMk/>
            <pc:sldMk cId="869466791" sldId="270"/>
            <ac:picMk id="3" creationId="{E64AB078-0436-6882-4F0E-7ABAE0DBBAA1}"/>
          </ac:picMkLst>
        </pc:picChg>
        <pc:picChg chg="add mod ord">
          <ac:chgData name="Hammonds, Charles" userId="6fa9b136-cc2e-489d-a834-874164b50f60" providerId="ADAL" clId="{D177943C-0CE7-4C4E-A2B1-D520C1522F64}" dt="2026-04-26T01:08:44.246" v="9" actId="34307"/>
          <ac:picMkLst>
            <pc:docMk/>
            <pc:sldMk cId="869466791" sldId="270"/>
            <ac:picMk id="5" creationId="{8BBAE255-AD8F-B625-5FEF-53B0609C8799}"/>
          </ac:picMkLst>
        </pc:picChg>
      </pc:sldChg>
      <pc:sldChg chg="addSp delSp modSp mod modTransition modAnim">
        <pc:chgData name="Hammonds, Charles" userId="6fa9b136-cc2e-489d-a834-874164b50f60" providerId="ADAL" clId="{D177943C-0CE7-4C4E-A2B1-D520C1522F64}" dt="2026-04-26T01:18:38.879" v="18"/>
        <pc:sldMkLst>
          <pc:docMk/>
          <pc:sldMk cId="2928972176" sldId="271"/>
        </pc:sldMkLst>
        <pc:picChg chg="add del mod">
          <ac:chgData name="Hammonds, Charles" userId="6fa9b136-cc2e-489d-a834-874164b50f60" providerId="ADAL" clId="{D177943C-0CE7-4C4E-A2B1-D520C1522F64}" dt="2026-04-26T01:08:47.246" v="13"/>
          <ac:picMkLst>
            <pc:docMk/>
            <pc:sldMk cId="2928972176" sldId="271"/>
            <ac:picMk id="3" creationId="{416D8DDC-3DA5-E7D1-8A62-367000A67E1A}"/>
          </ac:picMkLst>
        </pc:picChg>
        <pc:picChg chg="add mod ord">
          <ac:chgData name="Hammonds, Charles" userId="6fa9b136-cc2e-489d-a834-874164b50f60" providerId="ADAL" clId="{D177943C-0CE7-4C4E-A2B1-D520C1522F64}" dt="2026-04-26T01:08:44.249" v="10" actId="34307"/>
          <ac:picMkLst>
            <pc:docMk/>
            <pc:sldMk cId="2928972176" sldId="271"/>
            <ac:picMk id="6" creationId="{96E81A14-4D95-CBF0-6E22-D0C1BB80DADB}"/>
          </ac:picMkLst>
        </pc:picChg>
      </pc:sldChg>
      <pc:sldChg chg="addSp delSp modSp mod modTransition modAnim">
        <pc:chgData name="Hammonds, Charles" userId="6fa9b136-cc2e-489d-a834-874164b50f60" providerId="ADAL" clId="{D177943C-0CE7-4C4E-A2B1-D520C1522F64}" dt="2026-04-26T01:18:38.879" v="18"/>
        <pc:sldMkLst>
          <pc:docMk/>
          <pc:sldMk cId="4294255289" sldId="272"/>
        </pc:sldMkLst>
        <pc:picChg chg="add del mod">
          <ac:chgData name="Hammonds, Charles" userId="6fa9b136-cc2e-489d-a834-874164b50f60" providerId="ADAL" clId="{D177943C-0CE7-4C4E-A2B1-D520C1522F64}" dt="2026-04-26T01:08:47.246" v="13"/>
          <ac:picMkLst>
            <pc:docMk/>
            <pc:sldMk cId="4294255289" sldId="272"/>
            <ac:picMk id="3" creationId="{6FF13A46-2FA9-9207-4016-041DE068E057}"/>
          </ac:picMkLst>
        </pc:picChg>
        <pc:picChg chg="add mod ord">
          <ac:chgData name="Hammonds, Charles" userId="6fa9b136-cc2e-489d-a834-874164b50f60" providerId="ADAL" clId="{D177943C-0CE7-4C4E-A2B1-D520C1522F64}" dt="2026-04-26T01:08:44.251" v="11" actId="34307"/>
          <ac:picMkLst>
            <pc:docMk/>
            <pc:sldMk cId="4294255289" sldId="272"/>
            <ac:picMk id="6" creationId="{346451D1-3D36-A655-2DEE-A7F563E68E2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91FCE324-A299-738D-7837-AA86C1F6BE0F}"/>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B05DDB5E-F02B-2A3B-A3B6-B9EA921C82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04A9CB53-52B0-FF3F-4E76-572532587ED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85053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035975E3-50EC-F9E6-1A2A-7E9846F1B549}"/>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AF64A0FB-D83F-F984-09F2-D64F4950C3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87EED6FE-00B8-8831-8F33-23D523A5A58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755070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12122AB0-B082-6877-6EC7-3AD04B6506B3}"/>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01200E3C-4E0A-8118-982A-3BAF2688F7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79E1C663-F049-816F-C74F-9F8788D9E47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06585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5.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5.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5.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5.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hyperlink" Target="https://clang-analyzer.llvm.org/" TargetMode="External"/><Relationship Id="rId3" Type="http://schemas.openxmlformats.org/officeDocument/2006/relationships/notesSlide" Target="../notesSlides/notesSlide17.xml"/><Relationship Id="rId7" Type="http://schemas.openxmlformats.org/officeDocument/2006/relationships/hyperlink" Target="https://codeql.github.com/" TargetMode="External"/><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hyperlink" Target="https://cppcheck.sourceforge.io/" TargetMode="External"/><Relationship Id="rId5" Type="http://schemas.openxmlformats.org/officeDocument/2006/relationships/hyperlink" Target="https://cmu-sei.github.io/secure-coding-standards/sei-cert-c-coding-standard/?utm_source=chatgpt.com" TargetMode="External"/><Relationship Id="rId10" Type="http://schemas.openxmlformats.org/officeDocument/2006/relationships/hyperlink" Target="https://owasp.org/www-project-secure-coding-practices-quick-reference-guide/" TargetMode="External"/><Relationship Id="rId4" Type="http://schemas.openxmlformats.org/officeDocument/2006/relationships/image" Target="../media/image3.png"/><Relationship Id="rId9" Type="http://schemas.openxmlformats.org/officeDocument/2006/relationships/hyperlink" Target="https://valgrind.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Charles Hammonds JR</a:t>
            </a:r>
            <a:endParaRPr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221325" y="1814945"/>
            <a:ext cx="7144531" cy="450002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
        <p:nvSpPr>
          <p:cNvPr id="5" name="Rectangle 3">
            <a:extLst>
              <a:ext uri="{FF2B5EF4-FFF2-40B4-BE49-F238E27FC236}">
                <a16:creationId xmlns:a16="http://schemas.microsoft.com/office/drawing/2014/main" id="{0D3389E6-D57B-4DA7-8D1B-944FC0541B9D}"/>
              </a:ext>
            </a:extLst>
          </p:cNvPr>
          <p:cNvSpPr>
            <a:spLocks noGrp="1" noChangeArrowheads="1"/>
          </p:cNvSpPr>
          <p:nvPr>
            <p:ph type="body" idx="1"/>
          </p:nvPr>
        </p:nvSpPr>
        <p:spPr bwMode="auto">
          <a:xfrm>
            <a:off x="7677975" y="1938278"/>
            <a:ext cx="4140344" cy="2862322"/>
          </a:xfrm>
          <a:prstGeom prst="rect">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path path="circle">
              <a:fillToRect t="100000" r="100000"/>
            </a:path>
            <a:tileRect l="-100000" b="-100000"/>
          </a:gradFill>
          <a:ln>
            <a:solidFill>
              <a:schemeClr val="bg1"/>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Security applied at multiple layers of development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Prevents, detects, and responds to threats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Integrates coding standards, encryption, and access control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Reduces risk of single point of failure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Supports continuous security in </a:t>
            </a:r>
            <a:r>
              <a:rPr kumimoji="0" lang="en-US" altLang="en-US" sz="1800" b="0" i="0" u="none" strike="noStrike" cap="none" normalizeH="0" baseline="0" dirty="0" err="1">
                <a:ln>
                  <a:noFill/>
                </a:ln>
                <a:solidFill>
                  <a:schemeClr val="tx1"/>
                </a:solidFill>
                <a:effectLst/>
                <a:latin typeface="Century Gothic" panose="020B0502020202020204" pitchFamily="34" charset="0"/>
              </a:rPr>
              <a:t>DevSecOps</a:t>
            </a:r>
            <a:r>
              <a:rPr kumimoji="0" lang="en-US" altLang="en-US" sz="1800" b="0" i="0" u="none" strike="noStrike" cap="none" normalizeH="0" baseline="0" dirty="0">
                <a:ln>
                  <a:noFill/>
                </a:ln>
                <a:solidFill>
                  <a:schemeClr val="tx1"/>
                </a:solidFill>
                <a:effectLst/>
                <a:latin typeface="Century Gothic" panose="020B0502020202020204" pitchFamily="34" charset="0"/>
              </a:rPr>
              <a:t> </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THREATS MATRIX</a:t>
            </a:r>
            <a:endParaRPr dirty="0"/>
          </a:p>
        </p:txBody>
      </p:sp>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66097C44-5567-852C-D54E-1990B9C21A72}"/>
              </a:ext>
            </a:extLst>
          </p:cNvPr>
          <p:cNvGraphicFramePr>
            <a:graphicFrameLocks noGrp="1"/>
          </p:cNvGraphicFramePr>
          <p:nvPr>
            <p:extLst>
              <p:ext uri="{D42A27DB-BD31-4B8C-83A1-F6EECF244321}">
                <p14:modId xmlns:p14="http://schemas.microsoft.com/office/powerpoint/2010/main" val="1287852662"/>
              </p:ext>
            </p:extLst>
          </p:nvPr>
        </p:nvGraphicFramePr>
        <p:xfrm>
          <a:off x="2624328" y="2154330"/>
          <a:ext cx="7141464" cy="4104640"/>
        </p:xfrm>
        <a:graphic>
          <a:graphicData uri="http://schemas.openxmlformats.org/drawingml/2006/table">
            <a:tbl>
              <a:tblPr firstRow="1" bandRow="1">
                <a:tableStyleId>{3C2FFA5D-87B4-456A-9821-1D502468CF0F}</a:tableStyleId>
              </a:tblPr>
              <a:tblGrid>
                <a:gridCol w="1755648">
                  <a:extLst>
                    <a:ext uri="{9D8B030D-6E8A-4147-A177-3AD203B41FA5}">
                      <a16:colId xmlns:a16="http://schemas.microsoft.com/office/drawing/2014/main" val="2853132233"/>
                    </a:ext>
                  </a:extLst>
                </a:gridCol>
                <a:gridCol w="1786128">
                  <a:extLst>
                    <a:ext uri="{9D8B030D-6E8A-4147-A177-3AD203B41FA5}">
                      <a16:colId xmlns:a16="http://schemas.microsoft.com/office/drawing/2014/main" val="2344519474"/>
                    </a:ext>
                  </a:extLst>
                </a:gridCol>
                <a:gridCol w="1440688">
                  <a:extLst>
                    <a:ext uri="{9D8B030D-6E8A-4147-A177-3AD203B41FA5}">
                      <a16:colId xmlns:a16="http://schemas.microsoft.com/office/drawing/2014/main" val="3192697746"/>
                    </a:ext>
                  </a:extLst>
                </a:gridCol>
                <a:gridCol w="1440688">
                  <a:extLst>
                    <a:ext uri="{9D8B030D-6E8A-4147-A177-3AD203B41FA5}">
                      <a16:colId xmlns:a16="http://schemas.microsoft.com/office/drawing/2014/main" val="2649125015"/>
                    </a:ext>
                  </a:extLst>
                </a:gridCol>
                <a:gridCol w="718312">
                  <a:extLst>
                    <a:ext uri="{9D8B030D-6E8A-4147-A177-3AD203B41FA5}">
                      <a16:colId xmlns:a16="http://schemas.microsoft.com/office/drawing/2014/main" val="2020121456"/>
                    </a:ext>
                  </a:extLst>
                </a:gridCol>
              </a:tblGrid>
              <a:tr h="370840">
                <a:tc>
                  <a:txBody>
                    <a:bodyPr/>
                    <a:lstStyle/>
                    <a:p>
                      <a:pPr algn="ctr"/>
                      <a:r>
                        <a:rPr lang="en-US" dirty="0"/>
                        <a:t>Standard</a:t>
                      </a:r>
                    </a:p>
                  </a:txBody>
                  <a:tcPr/>
                </a:tc>
                <a:tc>
                  <a:txBody>
                    <a:bodyPr/>
                    <a:lstStyle/>
                    <a:p>
                      <a:pPr algn="ctr"/>
                      <a:r>
                        <a:rPr lang="en-US" dirty="0"/>
                        <a:t>Vulnerability</a:t>
                      </a:r>
                    </a:p>
                  </a:txBody>
                  <a:tcPr/>
                </a:tc>
                <a:tc>
                  <a:txBody>
                    <a:bodyPr/>
                    <a:lstStyle/>
                    <a:p>
                      <a:pPr algn="ctr"/>
                      <a:r>
                        <a:rPr lang="en-US" dirty="0"/>
                        <a:t>Severity</a:t>
                      </a:r>
                    </a:p>
                  </a:txBody>
                  <a:tcPr/>
                </a:tc>
                <a:tc>
                  <a:txBody>
                    <a:bodyPr/>
                    <a:lstStyle/>
                    <a:p>
                      <a:pPr algn="ctr"/>
                      <a:r>
                        <a:rPr lang="en-US" dirty="0"/>
                        <a:t>Likelihood</a:t>
                      </a:r>
                    </a:p>
                  </a:txBody>
                  <a:tcPr/>
                </a:tc>
                <a:tc>
                  <a:txBody>
                    <a:bodyPr/>
                    <a:lstStyle/>
                    <a:p>
                      <a:pPr algn="ctr"/>
                      <a:r>
                        <a:rPr lang="en-US" dirty="0"/>
                        <a:t>Level</a:t>
                      </a:r>
                    </a:p>
                  </a:txBody>
                  <a:tcPr/>
                </a:tc>
                <a:extLst>
                  <a:ext uri="{0D108BD9-81ED-4DB2-BD59-A6C34878D82A}">
                    <a16:rowId xmlns:a16="http://schemas.microsoft.com/office/drawing/2014/main" val="3004848056"/>
                  </a:ext>
                </a:extLst>
              </a:tr>
              <a:tr h="370840">
                <a:tc>
                  <a:txBody>
                    <a:bodyPr/>
                    <a:lstStyle/>
                    <a:p>
                      <a:pPr algn="ctr"/>
                      <a:r>
                        <a:rPr lang="en-US" sz="1000" dirty="0"/>
                        <a:t>STD-001</a:t>
                      </a:r>
                    </a:p>
                  </a:txBody>
                  <a:tcPr/>
                </a:tc>
                <a:tc>
                  <a:txBody>
                    <a:bodyPr/>
                    <a:lstStyle/>
                    <a:p>
                      <a:pPr algn="ctr"/>
                      <a:r>
                        <a:rPr lang="en-US" sz="1000" dirty="0"/>
                        <a:t>Data Type (Overflow)</a:t>
                      </a:r>
                    </a:p>
                  </a:txBody>
                  <a:tcPr/>
                </a:tc>
                <a:tc>
                  <a:txBody>
                    <a:bodyPr/>
                    <a:lstStyle/>
                    <a:p>
                      <a:pPr algn="ctr"/>
                      <a:r>
                        <a:rPr lang="en-US" sz="1000" dirty="0"/>
                        <a:t>High</a:t>
                      </a:r>
                    </a:p>
                  </a:txBody>
                  <a:tcPr/>
                </a:tc>
                <a:tc>
                  <a:txBody>
                    <a:bodyPr/>
                    <a:lstStyle/>
                    <a:p>
                      <a:pPr algn="ctr"/>
                      <a:r>
                        <a:rPr lang="en-US" sz="1000" dirty="0"/>
                        <a:t>Medium</a:t>
                      </a:r>
                    </a:p>
                  </a:txBody>
                  <a:tcPr/>
                </a:tc>
                <a:tc>
                  <a:txBody>
                    <a:bodyPr/>
                    <a:lstStyle/>
                    <a:p>
                      <a:pPr algn="ctr"/>
                      <a:r>
                        <a:rPr lang="en-US" sz="1000" dirty="0"/>
                        <a:t>4</a:t>
                      </a:r>
                    </a:p>
                  </a:txBody>
                  <a:tcPr/>
                </a:tc>
                <a:extLst>
                  <a:ext uri="{0D108BD9-81ED-4DB2-BD59-A6C34878D82A}">
                    <a16:rowId xmlns:a16="http://schemas.microsoft.com/office/drawing/2014/main" val="1610590455"/>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t>STD-002</a:t>
                      </a:r>
                    </a:p>
                  </a:txBody>
                  <a:tcPr/>
                </a:tc>
                <a:tc>
                  <a:txBody>
                    <a:bodyPr/>
                    <a:lstStyle/>
                    <a:p>
                      <a:pPr algn="ctr"/>
                      <a:r>
                        <a:rPr lang="en-US" sz="1000" dirty="0"/>
                        <a:t>Data Value (Input Range)</a:t>
                      </a:r>
                    </a:p>
                  </a:txBody>
                  <a:tcPr/>
                </a:tc>
                <a:tc>
                  <a:txBody>
                    <a:bodyPr/>
                    <a:lstStyle/>
                    <a:p>
                      <a:pPr algn="ctr"/>
                      <a:r>
                        <a:rPr lang="en-US" sz="1000" dirty="0"/>
                        <a:t>High</a:t>
                      </a:r>
                    </a:p>
                  </a:txBody>
                  <a:tcPr/>
                </a:tc>
                <a:tc>
                  <a:txBody>
                    <a:bodyPr/>
                    <a:lstStyle/>
                    <a:p>
                      <a:pPr algn="ctr"/>
                      <a:r>
                        <a:rPr lang="en-US" sz="1000" dirty="0"/>
                        <a:t>High</a:t>
                      </a:r>
                    </a:p>
                  </a:txBody>
                  <a:tcPr/>
                </a:tc>
                <a:tc>
                  <a:txBody>
                    <a:bodyPr/>
                    <a:lstStyle/>
                    <a:p>
                      <a:pPr algn="ctr"/>
                      <a:r>
                        <a:rPr lang="en-US" sz="1000" dirty="0"/>
                        <a:t>5</a:t>
                      </a:r>
                    </a:p>
                  </a:txBody>
                  <a:tcPr/>
                </a:tc>
                <a:extLst>
                  <a:ext uri="{0D108BD9-81ED-4DB2-BD59-A6C34878D82A}">
                    <a16:rowId xmlns:a16="http://schemas.microsoft.com/office/drawing/2014/main" val="4216520351"/>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t>STD-003</a:t>
                      </a:r>
                    </a:p>
                  </a:txBody>
                  <a:tcPr/>
                </a:tc>
                <a:tc>
                  <a:txBody>
                    <a:bodyPr/>
                    <a:lstStyle/>
                    <a:p>
                      <a:pPr algn="ctr">
                        <a:buNone/>
                      </a:pPr>
                      <a:r>
                        <a:rPr lang="en-US" sz="1000" dirty="0"/>
                        <a:t>String Handling (Buffer Overflow)</a:t>
                      </a:r>
                    </a:p>
                  </a:txBody>
                  <a:tcPr anchor="ctr"/>
                </a:tc>
                <a:tc>
                  <a:txBody>
                    <a:bodyPr/>
                    <a:lstStyle/>
                    <a:p>
                      <a:pPr algn="ctr"/>
                      <a:r>
                        <a:rPr lang="en-US" sz="1000" dirty="0"/>
                        <a:t>High</a:t>
                      </a:r>
                    </a:p>
                  </a:txBody>
                  <a:tcPr/>
                </a:tc>
                <a:tc>
                  <a:txBody>
                    <a:bodyPr/>
                    <a:lstStyle/>
                    <a:p>
                      <a:pPr algn="ctr"/>
                      <a:r>
                        <a:rPr lang="en-US" sz="1000" dirty="0"/>
                        <a:t>High</a:t>
                      </a:r>
                    </a:p>
                  </a:txBody>
                  <a:tcPr/>
                </a:tc>
                <a:tc>
                  <a:txBody>
                    <a:bodyPr/>
                    <a:lstStyle/>
                    <a:p>
                      <a:pPr algn="ctr"/>
                      <a:r>
                        <a:rPr lang="en-US" sz="1000" dirty="0"/>
                        <a:t>5</a:t>
                      </a:r>
                    </a:p>
                  </a:txBody>
                  <a:tcPr/>
                </a:tc>
                <a:extLst>
                  <a:ext uri="{0D108BD9-81ED-4DB2-BD59-A6C34878D82A}">
                    <a16:rowId xmlns:a16="http://schemas.microsoft.com/office/drawing/2014/main" val="3415532909"/>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t>STD-004</a:t>
                      </a:r>
                    </a:p>
                  </a:txBody>
                  <a:tcPr/>
                </a:tc>
                <a:tc>
                  <a:txBody>
                    <a:bodyPr/>
                    <a:lstStyle/>
                    <a:p>
                      <a:pPr algn="ctr">
                        <a:buNone/>
                      </a:pPr>
                      <a:r>
                        <a:rPr lang="en-US" sz="1000" dirty="0"/>
                        <a:t>SQL Injection</a:t>
                      </a:r>
                    </a:p>
                  </a:txBody>
                  <a:tcPr anchor="ctr"/>
                </a:tc>
                <a:tc>
                  <a:txBody>
                    <a:bodyPr/>
                    <a:lstStyle/>
                    <a:p>
                      <a:pPr algn="ctr"/>
                      <a:r>
                        <a:rPr lang="en-US" sz="1000" dirty="0"/>
                        <a:t>High</a:t>
                      </a:r>
                    </a:p>
                  </a:txBody>
                  <a:tcPr/>
                </a:tc>
                <a:tc>
                  <a:txBody>
                    <a:bodyPr/>
                    <a:lstStyle/>
                    <a:p>
                      <a:pPr algn="ctr"/>
                      <a:r>
                        <a:rPr lang="en-US" sz="1000" dirty="0"/>
                        <a:t>High</a:t>
                      </a:r>
                    </a:p>
                  </a:txBody>
                  <a:tcPr/>
                </a:tc>
                <a:tc>
                  <a:txBody>
                    <a:bodyPr/>
                    <a:lstStyle/>
                    <a:p>
                      <a:pPr algn="ctr"/>
                      <a:r>
                        <a:rPr lang="en-US" sz="1000" dirty="0"/>
                        <a:t>5</a:t>
                      </a:r>
                    </a:p>
                  </a:txBody>
                  <a:tcPr/>
                </a:tc>
                <a:extLst>
                  <a:ext uri="{0D108BD9-81ED-4DB2-BD59-A6C34878D82A}">
                    <a16:rowId xmlns:a16="http://schemas.microsoft.com/office/drawing/2014/main" val="3699225548"/>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t>STD-005</a:t>
                      </a:r>
                    </a:p>
                  </a:txBody>
                  <a:tcPr/>
                </a:tc>
                <a:tc>
                  <a:txBody>
                    <a:bodyPr/>
                    <a:lstStyle/>
                    <a:p>
                      <a:pPr algn="ctr"/>
                      <a:r>
                        <a:rPr lang="en-US" sz="1000" dirty="0"/>
                        <a:t>Memory Protection</a:t>
                      </a:r>
                    </a:p>
                  </a:txBody>
                  <a:tcPr/>
                </a:tc>
                <a:tc>
                  <a:txBody>
                    <a:bodyPr/>
                    <a:lstStyle/>
                    <a:p>
                      <a:pPr algn="ctr"/>
                      <a:r>
                        <a:rPr lang="en-US" sz="1000" dirty="0"/>
                        <a:t>High</a:t>
                      </a:r>
                    </a:p>
                  </a:txBody>
                  <a:tcPr/>
                </a:tc>
                <a:tc>
                  <a:txBody>
                    <a:bodyPr/>
                    <a:lstStyle/>
                    <a:p>
                      <a:pPr algn="ctr"/>
                      <a:r>
                        <a:rPr lang="en-US" sz="1000" dirty="0"/>
                        <a:t>Medium</a:t>
                      </a:r>
                    </a:p>
                  </a:txBody>
                  <a:tcPr/>
                </a:tc>
                <a:tc>
                  <a:txBody>
                    <a:bodyPr/>
                    <a:lstStyle/>
                    <a:p>
                      <a:pPr algn="ctr"/>
                      <a:r>
                        <a:rPr lang="en-US" sz="1000" dirty="0"/>
                        <a:t>4</a:t>
                      </a:r>
                    </a:p>
                  </a:txBody>
                  <a:tcPr/>
                </a:tc>
                <a:extLst>
                  <a:ext uri="{0D108BD9-81ED-4DB2-BD59-A6C34878D82A}">
                    <a16:rowId xmlns:a16="http://schemas.microsoft.com/office/drawing/2014/main" val="2101214725"/>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t>STD-006</a:t>
                      </a:r>
                    </a:p>
                  </a:txBody>
                  <a:tcPr/>
                </a:tc>
                <a:tc>
                  <a:txBody>
                    <a:bodyPr/>
                    <a:lstStyle/>
                    <a:p>
                      <a:pPr algn="ctr"/>
                      <a:r>
                        <a:rPr lang="en-US" sz="1000" dirty="0"/>
                        <a:t>Assertions Misuse</a:t>
                      </a:r>
                    </a:p>
                  </a:txBody>
                  <a:tcPr/>
                </a:tc>
                <a:tc>
                  <a:txBody>
                    <a:bodyPr/>
                    <a:lstStyle/>
                    <a:p>
                      <a:pPr algn="ctr"/>
                      <a:r>
                        <a:rPr lang="en-US" sz="1000" dirty="0"/>
                        <a:t>Medium </a:t>
                      </a:r>
                    </a:p>
                  </a:txBody>
                  <a:tcPr/>
                </a:tc>
                <a:tc>
                  <a:txBody>
                    <a:bodyPr/>
                    <a:lstStyle/>
                    <a:p>
                      <a:pPr algn="ctr"/>
                      <a:r>
                        <a:rPr lang="en-US" sz="1000" dirty="0"/>
                        <a:t>Low</a:t>
                      </a:r>
                    </a:p>
                  </a:txBody>
                  <a:tcPr/>
                </a:tc>
                <a:tc>
                  <a:txBody>
                    <a:bodyPr/>
                    <a:lstStyle/>
                    <a:p>
                      <a:pPr algn="ctr"/>
                      <a:r>
                        <a:rPr lang="en-US" sz="1000" dirty="0"/>
                        <a:t>3</a:t>
                      </a:r>
                    </a:p>
                  </a:txBody>
                  <a:tcPr/>
                </a:tc>
                <a:extLst>
                  <a:ext uri="{0D108BD9-81ED-4DB2-BD59-A6C34878D82A}">
                    <a16:rowId xmlns:a16="http://schemas.microsoft.com/office/drawing/2014/main" val="226301858"/>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t>STD-007</a:t>
                      </a:r>
                    </a:p>
                  </a:txBody>
                  <a:tcPr/>
                </a:tc>
                <a:tc>
                  <a:txBody>
                    <a:bodyPr/>
                    <a:lstStyle/>
                    <a:p>
                      <a:pPr algn="ctr"/>
                      <a:r>
                        <a:rPr lang="en-US" sz="1000" dirty="0"/>
                        <a:t>Exception Handling</a:t>
                      </a:r>
                    </a:p>
                  </a:txBody>
                  <a:tcPr/>
                </a:tc>
                <a:tc>
                  <a:txBody>
                    <a:bodyPr/>
                    <a:lstStyle/>
                    <a:p>
                      <a:pPr algn="ctr"/>
                      <a:r>
                        <a:rPr lang="en-US" sz="1000" dirty="0"/>
                        <a:t>Medium</a:t>
                      </a:r>
                    </a:p>
                  </a:txBody>
                  <a:tcPr/>
                </a:tc>
                <a:tc>
                  <a:txBody>
                    <a:bodyPr/>
                    <a:lstStyle/>
                    <a:p>
                      <a:pPr algn="ctr"/>
                      <a:r>
                        <a:rPr lang="en-US" sz="1000" dirty="0"/>
                        <a:t>Medium</a:t>
                      </a:r>
                    </a:p>
                  </a:txBody>
                  <a:tcPr/>
                </a:tc>
                <a:tc>
                  <a:txBody>
                    <a:bodyPr/>
                    <a:lstStyle/>
                    <a:p>
                      <a:pPr algn="ctr"/>
                      <a:r>
                        <a:rPr lang="en-US" sz="1000" dirty="0"/>
                        <a:t>3</a:t>
                      </a:r>
                    </a:p>
                  </a:txBody>
                  <a:tcPr/>
                </a:tc>
                <a:extLst>
                  <a:ext uri="{0D108BD9-81ED-4DB2-BD59-A6C34878D82A}">
                    <a16:rowId xmlns:a16="http://schemas.microsoft.com/office/drawing/2014/main" val="3068814643"/>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t>STD-008</a:t>
                      </a:r>
                    </a:p>
                  </a:txBody>
                  <a:tcPr/>
                </a:tc>
                <a:tc>
                  <a:txBody>
                    <a:bodyPr/>
                    <a:lstStyle/>
                    <a:p>
                      <a:pPr algn="ctr"/>
                      <a:r>
                        <a:rPr lang="en-US" sz="1000" dirty="0"/>
                        <a:t>Input Validation</a:t>
                      </a:r>
                    </a:p>
                  </a:txBody>
                  <a:tcPr/>
                </a:tc>
                <a:tc>
                  <a:txBody>
                    <a:bodyPr/>
                    <a:lstStyle/>
                    <a:p>
                      <a:pPr algn="ctr"/>
                      <a:r>
                        <a:rPr lang="en-US" sz="1000" dirty="0"/>
                        <a:t>High</a:t>
                      </a:r>
                    </a:p>
                  </a:txBody>
                  <a:tcPr/>
                </a:tc>
                <a:tc>
                  <a:txBody>
                    <a:bodyPr/>
                    <a:lstStyle/>
                    <a:p>
                      <a:pPr algn="ctr"/>
                      <a:r>
                        <a:rPr lang="en-US" sz="1000" dirty="0"/>
                        <a:t>High</a:t>
                      </a:r>
                    </a:p>
                  </a:txBody>
                  <a:tcPr/>
                </a:tc>
                <a:tc>
                  <a:txBody>
                    <a:bodyPr/>
                    <a:lstStyle/>
                    <a:p>
                      <a:pPr algn="ctr"/>
                      <a:r>
                        <a:rPr lang="en-US" sz="1000" dirty="0"/>
                        <a:t>5</a:t>
                      </a:r>
                    </a:p>
                  </a:txBody>
                  <a:tcPr/>
                </a:tc>
                <a:extLst>
                  <a:ext uri="{0D108BD9-81ED-4DB2-BD59-A6C34878D82A}">
                    <a16:rowId xmlns:a16="http://schemas.microsoft.com/office/drawing/2014/main" val="1179928829"/>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t>STD-009</a:t>
                      </a:r>
                    </a:p>
                  </a:txBody>
                  <a:tcPr/>
                </a:tc>
                <a:tc>
                  <a:txBody>
                    <a:bodyPr/>
                    <a:lstStyle/>
                    <a:p>
                      <a:pPr algn="ctr"/>
                      <a:r>
                        <a:rPr lang="en-US" sz="1000" dirty="0"/>
                        <a:t>Pointer Safety</a:t>
                      </a:r>
                    </a:p>
                  </a:txBody>
                  <a:tcPr/>
                </a:tc>
                <a:tc>
                  <a:txBody>
                    <a:bodyPr/>
                    <a:lstStyle/>
                    <a:p>
                      <a:pPr algn="ctr"/>
                      <a:r>
                        <a:rPr lang="en-US" sz="1000" dirty="0"/>
                        <a:t>High</a:t>
                      </a:r>
                    </a:p>
                  </a:txBody>
                  <a:tcPr/>
                </a:tc>
                <a:tc>
                  <a:txBody>
                    <a:bodyPr/>
                    <a:lstStyle/>
                    <a:p>
                      <a:pPr algn="ctr"/>
                      <a:r>
                        <a:rPr lang="en-US" sz="1000" dirty="0"/>
                        <a:t>Medium</a:t>
                      </a:r>
                    </a:p>
                  </a:txBody>
                  <a:tcPr/>
                </a:tc>
                <a:tc>
                  <a:txBody>
                    <a:bodyPr/>
                    <a:lstStyle/>
                    <a:p>
                      <a:pPr algn="ctr"/>
                      <a:r>
                        <a:rPr lang="en-US" sz="1000" dirty="0"/>
                        <a:t>4</a:t>
                      </a:r>
                    </a:p>
                  </a:txBody>
                  <a:tcPr/>
                </a:tc>
                <a:extLst>
                  <a:ext uri="{0D108BD9-81ED-4DB2-BD59-A6C34878D82A}">
                    <a16:rowId xmlns:a16="http://schemas.microsoft.com/office/drawing/2014/main" val="449849502"/>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t>STD-010</a:t>
                      </a:r>
                    </a:p>
                  </a:txBody>
                  <a:tcPr/>
                </a:tc>
                <a:tc>
                  <a:txBody>
                    <a:bodyPr/>
                    <a:lstStyle/>
                    <a:p>
                      <a:pPr algn="ctr"/>
                      <a:r>
                        <a:rPr lang="en-US" sz="1000" dirty="0"/>
                        <a:t>Resource Management</a:t>
                      </a:r>
                    </a:p>
                  </a:txBody>
                  <a:tcPr/>
                </a:tc>
                <a:tc>
                  <a:txBody>
                    <a:bodyPr/>
                    <a:lstStyle/>
                    <a:p>
                      <a:pPr algn="ctr"/>
                      <a:r>
                        <a:rPr lang="en-US" sz="1000" dirty="0"/>
                        <a:t>Medium</a:t>
                      </a:r>
                    </a:p>
                  </a:txBody>
                  <a:tcPr/>
                </a:tc>
                <a:tc>
                  <a:txBody>
                    <a:bodyPr/>
                    <a:lstStyle/>
                    <a:p>
                      <a:pPr algn="ctr"/>
                      <a:r>
                        <a:rPr lang="en-US" sz="1000" dirty="0"/>
                        <a:t>Medium</a:t>
                      </a:r>
                    </a:p>
                  </a:txBody>
                  <a:tcPr/>
                </a:tc>
                <a:tc>
                  <a:txBody>
                    <a:bodyPr/>
                    <a:lstStyle/>
                    <a:p>
                      <a:pPr algn="ctr"/>
                      <a:r>
                        <a:rPr lang="en-US" sz="1000" dirty="0"/>
                        <a:t>3</a:t>
                      </a:r>
                    </a:p>
                  </a:txBody>
                  <a:tcPr/>
                </a:tc>
                <a:extLst>
                  <a:ext uri="{0D108BD9-81ED-4DB2-BD59-A6C34878D82A}">
                    <a16:rowId xmlns:a16="http://schemas.microsoft.com/office/drawing/2014/main" val="1915195132"/>
                  </a:ext>
                </a:extLst>
              </a:tr>
            </a:tbl>
          </a:graphicData>
        </a:graphic>
      </p:graphicFrame>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6" name="Rectangle 3">
            <a:extLst>
              <a:ext uri="{FF2B5EF4-FFF2-40B4-BE49-F238E27FC236}">
                <a16:creationId xmlns:a16="http://schemas.microsoft.com/office/drawing/2014/main" id="{8800CF19-C32E-DA17-FC6E-4ECDD6C77D2C}"/>
              </a:ext>
            </a:extLst>
          </p:cNvPr>
          <p:cNvSpPr>
            <a:spLocks noGrp="1" noChangeArrowheads="1"/>
          </p:cNvSpPr>
          <p:nvPr>
            <p:ph type="body" idx="1"/>
          </p:nvPr>
        </p:nvSpPr>
        <p:spPr bwMode="auto">
          <a:xfrm>
            <a:off x="1962496" y="2830545"/>
            <a:ext cx="8379217" cy="2862322"/>
          </a:xfrm>
          <a:prstGeom prst="rect">
            <a:avLst/>
          </a:prstGeom>
          <a:solidFill>
            <a:schemeClr val="tx2"/>
          </a:solidFill>
          <a:ln>
            <a:solidFill>
              <a:schemeClr val="bg1"/>
            </a:solid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Validate Input Data → STD-002, STD-008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Architect and Design for Security Policies → STD-006, STD-007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Keep It Simple → STD-001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Default to Deny → STD-004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Practice Defense in Depth → STD-003, STD-005, STD-009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Sanitize Data Sent to Other Systems → STD-002, STD-004, STD-008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Use Effective Quality Assurance Techniques → STD-001, STD-006, STD-010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Adopt a Secure Coding Standard → ALL standards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Principle of Least Privilege → STD-004, STD-007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Fail Securely → STD-007 </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6" name="Text Placeholder 5">
            <a:extLst>
              <a:ext uri="{FF2B5EF4-FFF2-40B4-BE49-F238E27FC236}">
                <a16:creationId xmlns:a16="http://schemas.microsoft.com/office/drawing/2014/main" id="{502ED091-E39D-93E5-FE54-1301521F45C7}"/>
              </a:ext>
            </a:extLst>
          </p:cNvPr>
          <p:cNvSpPr>
            <a:spLocks noGrp="1" noChangeArrowheads="1"/>
          </p:cNvSpPr>
          <p:nvPr>
            <p:ph type="body" idx="1"/>
          </p:nvPr>
        </p:nvSpPr>
        <p:spPr bwMode="auto">
          <a:xfrm>
            <a:off x="685800" y="2334399"/>
            <a:ext cx="5087039" cy="3693319"/>
          </a:xfrm>
          <a:prstGeom prst="rect">
            <a:avLst/>
          </a:prstGeom>
          <a:gradFill flip="none" rotWithShape="1">
            <a:gsLst>
              <a:gs pos="0">
                <a:schemeClr val="tx1">
                  <a:lumMod val="95000"/>
                  <a:lumOff val="5000"/>
                  <a:tint val="66000"/>
                  <a:satMod val="160000"/>
                </a:schemeClr>
              </a:gs>
              <a:gs pos="50000">
                <a:schemeClr val="tx1">
                  <a:lumMod val="95000"/>
                  <a:lumOff val="5000"/>
                  <a:tint val="44500"/>
                  <a:satMod val="160000"/>
                </a:schemeClr>
              </a:gs>
              <a:gs pos="100000">
                <a:schemeClr val="tx1">
                  <a:lumMod val="95000"/>
                  <a:lumOff val="5000"/>
                  <a:tint val="23500"/>
                  <a:satMod val="160000"/>
                </a:schemeClr>
              </a:gs>
            </a:gsLst>
            <a:path path="circle">
              <a:fillToRect r="100000" b="100000"/>
            </a:path>
            <a:tileRect l="-100000" t="-100000"/>
          </a:gradFill>
          <a:ln>
            <a:solidFill>
              <a:schemeClr val="bg1"/>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High Risk (Level 5)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STD-002 (Data Value)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STD-003 (String Handling)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STD-004 (SQL Injection)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STD-008 (Input Validation)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Medium-High Risk (Level 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STD-001 (Data Type)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STD-005 (Memory Protection)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STD-009 (Pointer Safety)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Moderate Risk (Level 3)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STD-006 (Assertions)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STD-007 (Exceptions)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STD-010 (Resource Management)</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ENCRYPTION POLICIES</a:t>
            </a: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4" name="Rectangle 3">
            <a:extLst>
              <a:ext uri="{FF2B5EF4-FFF2-40B4-BE49-F238E27FC236}">
                <a16:creationId xmlns:a16="http://schemas.microsoft.com/office/drawing/2014/main" id="{E84248D2-FAF4-D44D-07D8-81B579D0042F}"/>
              </a:ext>
            </a:extLst>
          </p:cNvPr>
          <p:cNvSpPr>
            <a:spLocks noChangeArrowheads="1"/>
          </p:cNvSpPr>
          <p:nvPr/>
        </p:nvSpPr>
        <p:spPr bwMode="auto">
          <a:xfrm>
            <a:off x="4065224" y="3123009"/>
            <a:ext cx="6038073" cy="2862322"/>
          </a:xfrm>
          <a:prstGeom prst="rect">
            <a:avLst/>
          </a:prstGeom>
          <a:gradFill flip="none" rotWithShape="1">
            <a:gsLst>
              <a:gs pos="0">
                <a:schemeClr val="tx1">
                  <a:lumMod val="85000"/>
                  <a:lumOff val="15000"/>
                  <a:tint val="66000"/>
                  <a:satMod val="160000"/>
                </a:schemeClr>
              </a:gs>
              <a:gs pos="50000">
                <a:schemeClr val="tx1">
                  <a:lumMod val="85000"/>
                  <a:lumOff val="15000"/>
                  <a:tint val="44500"/>
                  <a:satMod val="160000"/>
                </a:schemeClr>
              </a:gs>
              <a:gs pos="100000">
                <a:schemeClr val="tx1">
                  <a:lumMod val="85000"/>
                  <a:lumOff val="15000"/>
                  <a:tint val="23500"/>
                  <a:satMod val="160000"/>
                </a:schemeClr>
              </a:gs>
            </a:gsLst>
            <a:lin ang="13500000" scaled="1"/>
            <a:tileRect/>
          </a:gradFill>
          <a:ln>
            <a:solidFill>
              <a:schemeClr val="bg1"/>
            </a:solid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lang="en-US" altLang="en-US" sz="1800" dirty="0">
                <a:solidFill>
                  <a:schemeClr val="tx1"/>
                </a:solidFill>
                <a:latin typeface="Century Gothic" panose="020B0502020202020204" pitchFamily="34" charset="0"/>
              </a:rPr>
              <a:t>Encryption at Rest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Protects stored data (databases, files, backups)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Encryption in Flight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Protects data during transmission (TLS)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Encryption in Use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Protects data during processing (memory protection)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Applied to sensitive data and system communications </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4" name="Rectangle 1">
            <a:extLst>
              <a:ext uri="{FF2B5EF4-FFF2-40B4-BE49-F238E27FC236}">
                <a16:creationId xmlns:a16="http://schemas.microsoft.com/office/drawing/2014/main" id="{3B07E2A6-6217-473C-6CFF-D6CA9490515E}"/>
              </a:ext>
            </a:extLst>
          </p:cNvPr>
          <p:cNvSpPr>
            <a:spLocks noGrp="1" noChangeArrowheads="1"/>
          </p:cNvSpPr>
          <p:nvPr>
            <p:ph type="body" idx="1"/>
          </p:nvPr>
        </p:nvSpPr>
        <p:spPr bwMode="auto">
          <a:xfrm>
            <a:off x="3784600" y="2492276"/>
            <a:ext cx="6832600" cy="2308324"/>
          </a:xfrm>
          <a:prstGeom prst="rect">
            <a:avLst/>
          </a:prstGeom>
          <a:gradFill flip="none" rotWithShape="1">
            <a:gsLst>
              <a:gs pos="0">
                <a:schemeClr val="tx1">
                  <a:lumMod val="75000"/>
                  <a:lumOff val="25000"/>
                  <a:tint val="66000"/>
                  <a:satMod val="160000"/>
                </a:schemeClr>
              </a:gs>
              <a:gs pos="50000">
                <a:schemeClr val="tx1">
                  <a:lumMod val="75000"/>
                  <a:lumOff val="25000"/>
                  <a:tint val="44500"/>
                  <a:satMod val="160000"/>
                </a:schemeClr>
              </a:gs>
              <a:gs pos="100000">
                <a:schemeClr val="tx1">
                  <a:lumMod val="75000"/>
                  <a:lumOff val="25000"/>
                  <a:tint val="23500"/>
                  <a:satMod val="160000"/>
                </a:schemeClr>
              </a:gs>
            </a:gsLst>
            <a:path path="circle">
              <a:fillToRect r="100000" b="100000"/>
            </a:path>
            <a:tileRect l="-100000" t="-100000"/>
          </a:gradFill>
          <a:ln>
            <a:solidFill>
              <a:schemeClr val="bg1"/>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Authentication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Verifies user identity (login, MFA)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Authorization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Controls access (roles, permissions)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Accounting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Tracks activity (logs, audit trails)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Applied to user access, database actions, and system events </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lvl="0"/>
            <a:r>
              <a:rPr lang="en-US" dirty="0"/>
              <a:t>Unit Testing - Does the system prevent SQL injection?</a:t>
            </a: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4" name="Rectangle 1">
            <a:extLst>
              <a:ext uri="{FF2B5EF4-FFF2-40B4-BE49-F238E27FC236}">
                <a16:creationId xmlns:a16="http://schemas.microsoft.com/office/drawing/2014/main" id="{E69D4051-6100-F86E-8946-D5A8F03D012A}"/>
              </a:ext>
            </a:extLst>
          </p:cNvPr>
          <p:cNvSpPr>
            <a:spLocks noGrp="1" noChangeArrowheads="1"/>
          </p:cNvSpPr>
          <p:nvPr>
            <p:ph type="body" idx="1"/>
          </p:nvPr>
        </p:nvSpPr>
        <p:spPr bwMode="auto">
          <a:xfrm>
            <a:off x="2895600" y="3202459"/>
            <a:ext cx="6438900" cy="1754326"/>
          </a:xfrm>
          <a:prstGeom prst="rect">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0800000" scaled="1"/>
            <a:tileRect/>
          </a:gradFill>
          <a:ln>
            <a:solidFill>
              <a:schemeClr val="bg1"/>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Test Type: Negative test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Input: </a:t>
            </a:r>
            <a:r>
              <a:rPr kumimoji="0" lang="en-US" altLang="en-US" sz="1000" b="0" i="0" u="none" strike="noStrike" cap="none" normalizeH="0" baseline="0" dirty="0">
                <a:ln>
                  <a:noFill/>
                </a:ln>
                <a:solidFill>
                  <a:schemeClr val="tx1"/>
                </a:solidFill>
                <a:effectLst/>
                <a:latin typeface="Century Gothic" panose="020B0502020202020204" pitchFamily="34" charset="0"/>
              </a:rPr>
              <a:t>' OR '1'='1</a:t>
            </a:r>
            <a:r>
              <a:rPr kumimoji="0" lang="en-US" altLang="en-US" sz="800" b="0" i="0" u="none" strike="noStrike" cap="none" normalizeH="0" baseline="0" dirty="0">
                <a:ln>
                  <a:noFill/>
                </a:ln>
                <a:solidFill>
                  <a:schemeClr val="tx1"/>
                </a:solidFill>
                <a:effectLst/>
                <a:latin typeface="Century Gothic" panose="020B0502020202020204" pitchFamily="34" charset="0"/>
              </a:rPr>
              <a:t> </a:t>
            </a:r>
            <a:endParaRPr kumimoji="0" lang="en-US" altLang="en-US" sz="1800" b="0" i="0" u="none" strike="noStrike" cap="none" normalizeH="0" baseline="0" dirty="0">
              <a:ln>
                <a:noFill/>
              </a:ln>
              <a:solidFill>
                <a:schemeClr val="tx1"/>
              </a:solidFill>
              <a:effectLst/>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Vulnerability: SQL injection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Expected Result: Input is treated as data, not executable SQL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Result: Query is rejected or safely parameterized </a:t>
            </a:r>
          </a:p>
        </p:txBody>
      </p:sp>
      <p:pic>
        <p:nvPicPr>
          <p:cNvPr id="6" name="Graphic 5">
            <a:extLst>
              <a:ext uri="{FF2B5EF4-FFF2-40B4-BE49-F238E27FC236}">
                <a16:creationId xmlns:a16="http://schemas.microsoft.com/office/drawing/2014/main" id="{FC0593F1-C968-4797-6367-E1D20533EB6B}"/>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rcRect l="21875" r="21875"/>
          <a:stretch>
            <a:fillRect/>
          </a:stretch>
        </p:blipFill>
        <p:spPr>
          <a:xfrm>
            <a:off x="10052304" y="4718304"/>
            <a:ext cx="2057400" cy="2057400"/>
          </a:xfrm>
          <a:prstGeom prst="ellipse">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D0BC9BC7-11A6-E3BA-A640-08AD7448CC99}"/>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ADD0401D-3F31-B647-E411-B25113915B49}"/>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lvl="0"/>
            <a:r>
              <a:rPr lang="en-US" dirty="0"/>
              <a:t>Unit Testing - Does the system prevent buffer overflow in string handling?</a:t>
            </a:r>
            <a:endParaRPr dirty="0"/>
          </a:p>
        </p:txBody>
      </p:sp>
      <p:pic>
        <p:nvPicPr>
          <p:cNvPr id="197" name="Google Shape;197;g9504e29505_0_0" descr="Green Pace logo">
            <a:extLst>
              <a:ext uri="{FF2B5EF4-FFF2-40B4-BE49-F238E27FC236}">
                <a16:creationId xmlns:a16="http://schemas.microsoft.com/office/drawing/2014/main" id="{98DDA08A-EB65-C619-0E5E-64D8D9968241}"/>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6" name="Rectangle 3">
            <a:extLst>
              <a:ext uri="{FF2B5EF4-FFF2-40B4-BE49-F238E27FC236}">
                <a16:creationId xmlns:a16="http://schemas.microsoft.com/office/drawing/2014/main" id="{769374BE-C4FE-5A4E-EDB2-79C5CF052E61}"/>
              </a:ext>
            </a:extLst>
          </p:cNvPr>
          <p:cNvSpPr>
            <a:spLocks noGrp="1" noChangeArrowheads="1"/>
          </p:cNvSpPr>
          <p:nvPr>
            <p:ph type="body" idx="1"/>
          </p:nvPr>
        </p:nvSpPr>
        <p:spPr bwMode="auto">
          <a:xfrm>
            <a:off x="3898900" y="3046302"/>
            <a:ext cx="6604000" cy="1754326"/>
          </a:xfrm>
          <a:prstGeom prst="rect">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6200000" scaled="1"/>
            <a:tileRect/>
          </a:gradFill>
          <a:ln>
            <a:solidFill>
              <a:schemeClr val="bg1"/>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Test Type: Negative test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Input: String longer than buffer size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Vulnerability: Buffer overflow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Expected Result: Input is rejected, truncated, or safely copied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Result: Memory remains protected </a:t>
            </a:r>
          </a:p>
        </p:txBody>
      </p:sp>
      <p:pic>
        <p:nvPicPr>
          <p:cNvPr id="5" name="Graphic 4">
            <a:extLst>
              <a:ext uri="{FF2B5EF4-FFF2-40B4-BE49-F238E27FC236}">
                <a16:creationId xmlns:a16="http://schemas.microsoft.com/office/drawing/2014/main" id="{8BBAE255-AD8F-B625-5FEF-53B0609C8799}"/>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rcRect l="21875" r="21875"/>
          <a:stretch>
            <a:fillRect/>
          </a:stretch>
        </p:blipFill>
        <p:spPr>
          <a:xfrm>
            <a:off x="10052304" y="4718304"/>
            <a:ext cx="2057400" cy="2057400"/>
          </a:xfrm>
          <a:prstGeom prst="ellipse">
            <a:avLst/>
          </a:prstGeom>
        </p:spPr>
      </p:pic>
    </p:spTree>
    <p:custDataLst>
      <p:tags r:id="rId1"/>
    </p:custDataLst>
    <p:extLst>
      <p:ext uri="{BB962C8B-B14F-4D97-AF65-F5344CB8AC3E}">
        <p14:creationId xmlns:p14="http://schemas.microsoft.com/office/powerpoint/2010/main" val="869466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54A6D77D-AA29-D27E-FA7F-B27DAD0EFC9F}"/>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F17CE531-B5F2-A3D3-2F9F-C2BF3E2BC49C}"/>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lvl="0"/>
            <a:r>
              <a:rPr lang="en-US" dirty="0"/>
              <a:t>Unit Testing - Does the system validate numeric input correctly?</a:t>
            </a:r>
            <a:endParaRPr dirty="0"/>
          </a:p>
        </p:txBody>
      </p:sp>
      <p:pic>
        <p:nvPicPr>
          <p:cNvPr id="197" name="Google Shape;197;g9504e29505_0_0" descr="Green Pace logo">
            <a:extLst>
              <a:ext uri="{FF2B5EF4-FFF2-40B4-BE49-F238E27FC236}">
                <a16:creationId xmlns:a16="http://schemas.microsoft.com/office/drawing/2014/main" id="{B7FE8245-3734-8E92-6216-92491A6A7B72}"/>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4" name="Rectangle 1">
            <a:extLst>
              <a:ext uri="{FF2B5EF4-FFF2-40B4-BE49-F238E27FC236}">
                <a16:creationId xmlns:a16="http://schemas.microsoft.com/office/drawing/2014/main" id="{15DAA29F-9A5A-E51E-CC7D-503C6F4E59EE}"/>
              </a:ext>
            </a:extLst>
          </p:cNvPr>
          <p:cNvSpPr>
            <a:spLocks noGrp="1" noChangeArrowheads="1"/>
          </p:cNvSpPr>
          <p:nvPr>
            <p:ph type="body" idx="1"/>
          </p:nvPr>
        </p:nvSpPr>
        <p:spPr bwMode="auto">
          <a:xfrm>
            <a:off x="3098800" y="3046302"/>
            <a:ext cx="6350000" cy="1754326"/>
          </a:xfrm>
          <a:prstGeom prst="rect">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path path="circle">
              <a:fillToRect t="100000" r="100000"/>
            </a:path>
            <a:tileRect l="-100000" b="-100000"/>
          </a:gradFill>
          <a:ln>
            <a:solidFill>
              <a:schemeClr val="bg1"/>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Test Type: Positive and negative test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Positive Input: </a:t>
            </a:r>
            <a:r>
              <a:rPr kumimoji="0" lang="en-US" altLang="en-US" sz="1000" b="0" i="0" u="none" strike="noStrike" cap="none" normalizeH="0" baseline="0" dirty="0">
                <a:ln>
                  <a:noFill/>
                </a:ln>
                <a:solidFill>
                  <a:schemeClr val="tx1"/>
                </a:solidFill>
                <a:effectLst/>
                <a:latin typeface="Century Gothic" panose="020B0502020202020204" pitchFamily="34" charset="0"/>
              </a:rPr>
              <a:t>25</a:t>
            </a:r>
            <a:r>
              <a:rPr kumimoji="0" lang="en-US" altLang="en-US" sz="800" b="0" i="0" u="none" strike="noStrike" cap="none" normalizeH="0" baseline="0" dirty="0">
                <a:ln>
                  <a:noFill/>
                </a:ln>
                <a:solidFill>
                  <a:schemeClr val="tx1"/>
                </a:solidFill>
                <a:effectLst/>
                <a:latin typeface="Century Gothic" panose="020B0502020202020204" pitchFamily="34" charset="0"/>
              </a:rPr>
              <a:t> </a:t>
            </a:r>
            <a:endParaRPr kumimoji="0" lang="en-US" altLang="en-US" sz="1800" b="0" i="0" u="none" strike="noStrike" cap="none" normalizeH="0" baseline="0" dirty="0">
              <a:ln>
                <a:noFill/>
              </a:ln>
              <a:solidFill>
                <a:schemeClr val="tx1"/>
              </a:solidFill>
              <a:effectLst/>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Negative Input: </a:t>
            </a:r>
            <a:r>
              <a:rPr kumimoji="0" lang="en-US" altLang="en-US" sz="1000" b="0" i="0" u="none" strike="noStrike" cap="none" normalizeH="0" baseline="0" dirty="0">
                <a:ln>
                  <a:noFill/>
                </a:ln>
                <a:solidFill>
                  <a:schemeClr val="tx1"/>
                </a:solidFill>
                <a:effectLst/>
                <a:latin typeface="Century Gothic" panose="020B0502020202020204" pitchFamily="34" charset="0"/>
              </a:rPr>
              <a:t>-1</a:t>
            </a:r>
            <a:r>
              <a:rPr kumimoji="0" lang="en-US" altLang="en-US" sz="800" b="0" i="0" u="none" strike="noStrike" cap="none" normalizeH="0" baseline="0" dirty="0">
                <a:ln>
                  <a:noFill/>
                </a:ln>
                <a:solidFill>
                  <a:schemeClr val="tx1"/>
                </a:solidFill>
                <a:effectLst/>
                <a:latin typeface="Century Gothic" panose="020B0502020202020204" pitchFamily="34" charset="0"/>
              </a:rPr>
              <a:t> or </a:t>
            </a:r>
            <a:r>
              <a:rPr kumimoji="0" lang="en-US" altLang="en-US" sz="1000" b="0" i="0" u="none" strike="noStrike" cap="none" normalizeH="0" baseline="0" dirty="0">
                <a:ln>
                  <a:noFill/>
                </a:ln>
                <a:solidFill>
                  <a:schemeClr val="tx1"/>
                </a:solidFill>
                <a:effectLst/>
                <a:latin typeface="Century Gothic" panose="020B0502020202020204" pitchFamily="34" charset="0"/>
              </a:rPr>
              <a:t>500</a:t>
            </a:r>
            <a:r>
              <a:rPr kumimoji="0" lang="en-US" altLang="en-US" sz="800" b="0" i="0" u="none" strike="noStrike" cap="none" normalizeH="0" baseline="0" dirty="0">
                <a:ln>
                  <a:noFill/>
                </a:ln>
                <a:solidFill>
                  <a:schemeClr val="tx1"/>
                </a:solidFill>
                <a:effectLst/>
                <a:latin typeface="Century Gothic" panose="020B0502020202020204" pitchFamily="34" charset="0"/>
              </a:rPr>
              <a:t> </a:t>
            </a:r>
            <a:endParaRPr kumimoji="0" lang="en-US" altLang="en-US" sz="1800" b="0" i="0" u="none" strike="noStrike" cap="none" normalizeH="0" baseline="0" dirty="0">
              <a:ln>
                <a:noFill/>
              </a:ln>
              <a:solidFill>
                <a:schemeClr val="tx1"/>
              </a:solidFill>
              <a:effectLst/>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Vulnerability: Invalid data values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Expected Result: Valid input accepted, invalid input rejected </a:t>
            </a:r>
          </a:p>
        </p:txBody>
      </p:sp>
      <p:pic>
        <p:nvPicPr>
          <p:cNvPr id="6" name="Graphic 5">
            <a:extLst>
              <a:ext uri="{FF2B5EF4-FFF2-40B4-BE49-F238E27FC236}">
                <a16:creationId xmlns:a16="http://schemas.microsoft.com/office/drawing/2014/main" id="{96E81A14-4D95-CBF0-6E22-D0C1BB80DADB}"/>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rcRect l="21875" r="21875"/>
          <a:stretch>
            <a:fillRect/>
          </a:stretch>
        </p:blipFill>
        <p:spPr>
          <a:xfrm>
            <a:off x="10052304" y="4718304"/>
            <a:ext cx="2057400" cy="2057400"/>
          </a:xfrm>
          <a:prstGeom prst="ellipse">
            <a:avLst/>
          </a:prstGeom>
        </p:spPr>
      </p:pic>
    </p:spTree>
    <p:custDataLst>
      <p:tags r:id="rId1"/>
    </p:custDataLst>
    <p:extLst>
      <p:ext uri="{BB962C8B-B14F-4D97-AF65-F5344CB8AC3E}">
        <p14:creationId xmlns:p14="http://schemas.microsoft.com/office/powerpoint/2010/main" val="2928972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C323A507-3882-40BB-4F49-8405EA33D7BA}"/>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426EE7D4-A179-B46A-ACAA-FC952D3BC251}"/>
              </a:ext>
            </a:extLst>
          </p:cNvPr>
          <p:cNvSpPr txBox="1">
            <a:spLocks noGrp="1"/>
          </p:cNvSpPr>
          <p:nvPr>
            <p:ph type="title"/>
          </p:nvPr>
        </p:nvSpPr>
        <p:spPr>
          <a:xfrm>
            <a:off x="990600" y="764373"/>
            <a:ext cx="10515600" cy="1293000"/>
          </a:xfrm>
          <a:prstGeom prst="rect">
            <a:avLst/>
          </a:prstGeom>
          <a:noFill/>
          <a:ln>
            <a:noFill/>
          </a:ln>
        </p:spPr>
        <p:txBody>
          <a:bodyPr spcFirstLastPara="1" wrap="square" lIns="91425" tIns="45700" rIns="91425" bIns="45700" anchor="ctr" anchorCtr="0">
            <a:noAutofit/>
          </a:bodyPr>
          <a:lstStyle/>
          <a:p>
            <a:pPr lvl="0"/>
            <a:r>
              <a:rPr lang="en-US" dirty="0"/>
              <a:t>Unit Testing - Does the system prevent unsafe pointer or memory use?</a:t>
            </a:r>
            <a:endParaRPr dirty="0"/>
          </a:p>
        </p:txBody>
      </p:sp>
      <p:pic>
        <p:nvPicPr>
          <p:cNvPr id="197" name="Google Shape;197;g9504e29505_0_0" descr="Green Pace logo">
            <a:extLst>
              <a:ext uri="{FF2B5EF4-FFF2-40B4-BE49-F238E27FC236}">
                <a16:creationId xmlns:a16="http://schemas.microsoft.com/office/drawing/2014/main" id="{3533692E-D4A2-419D-7C7E-1C27C207F3B6}"/>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5" name="Rectangle 1">
            <a:extLst>
              <a:ext uri="{FF2B5EF4-FFF2-40B4-BE49-F238E27FC236}">
                <a16:creationId xmlns:a16="http://schemas.microsoft.com/office/drawing/2014/main" id="{D1AE6DDC-E9E5-C7C9-3979-2496BAD34FB5}"/>
              </a:ext>
            </a:extLst>
          </p:cNvPr>
          <p:cNvSpPr>
            <a:spLocks noGrp="1" noChangeArrowheads="1"/>
          </p:cNvSpPr>
          <p:nvPr>
            <p:ph type="body" idx="1"/>
          </p:nvPr>
        </p:nvSpPr>
        <p:spPr bwMode="auto">
          <a:xfrm>
            <a:off x="2889250" y="3184801"/>
            <a:ext cx="6413500" cy="1477328"/>
          </a:xfrm>
          <a:prstGeom prst="rect">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a:solidFill>
              <a:schemeClr val="bg1"/>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Test Type: Negative test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Input: Null, uninitialized, or freed pointer access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Vulnerability: Pointer safety / memory misuse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Expected Result: Invalid memory access is prevented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Result: Program handles error safely </a:t>
            </a:r>
          </a:p>
        </p:txBody>
      </p:sp>
      <p:pic>
        <p:nvPicPr>
          <p:cNvPr id="6" name="Graphic 5">
            <a:extLst>
              <a:ext uri="{FF2B5EF4-FFF2-40B4-BE49-F238E27FC236}">
                <a16:creationId xmlns:a16="http://schemas.microsoft.com/office/drawing/2014/main" id="{346451D1-3D36-A655-2DEE-A7F563E68E2C}"/>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5"/>
              </a:ext>
            </a:extLst>
          </a:blip>
          <a:srcRect l="21875" r="21875"/>
          <a:stretch>
            <a:fillRect/>
          </a:stretch>
        </p:blipFill>
        <p:spPr>
          <a:xfrm>
            <a:off x="10052304" y="4718304"/>
            <a:ext cx="2057400" cy="2057400"/>
          </a:xfrm>
          <a:prstGeom prst="ellipse">
            <a:avLst/>
          </a:prstGeom>
        </p:spPr>
      </p:pic>
    </p:spTree>
    <p:custDataLst>
      <p:tags r:id="rId1"/>
    </p:custDataLst>
    <p:extLst>
      <p:ext uri="{BB962C8B-B14F-4D97-AF65-F5344CB8AC3E}">
        <p14:creationId xmlns:p14="http://schemas.microsoft.com/office/powerpoint/2010/main" val="4294255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pic>
        <p:nvPicPr>
          <p:cNvPr id="6" name="Graphic 5">
            <a:extLst>
              <a:ext uri="{FF2B5EF4-FFF2-40B4-BE49-F238E27FC236}">
                <a16:creationId xmlns:a16="http://schemas.microsoft.com/office/drawing/2014/main" id="{CC1ED863-6B8C-211B-A77D-4F781884FD2B}"/>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6"/>
              </a:ext>
            </a:extLst>
          </a:blip>
          <a:srcRect l="21875" r="21875"/>
          <a:stretch>
            <a:fillRect/>
          </a:stretch>
        </p:blipFill>
        <p:spPr>
          <a:xfrm>
            <a:off x="10052304" y="4718304"/>
            <a:ext cx="2057400" cy="2057400"/>
          </a:xfrm>
          <a:prstGeom prst="ellipse">
            <a:avLst/>
          </a:prstGeom>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TOOLS</a:t>
            </a:r>
            <a:endParaRPr dirty="0"/>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 name="Text Placeholder 1">
            <a:extLst>
              <a:ext uri="{FF2B5EF4-FFF2-40B4-BE49-F238E27FC236}">
                <a16:creationId xmlns:a16="http://schemas.microsoft.com/office/drawing/2014/main" id="{89BCA318-904B-F751-8CCA-CC0C4B31D5AB}"/>
              </a:ext>
            </a:extLst>
          </p:cNvPr>
          <p:cNvSpPr>
            <a:spLocks noGrp="1" noChangeArrowheads="1"/>
          </p:cNvSpPr>
          <p:nvPr>
            <p:ph type="body" idx="1"/>
          </p:nvPr>
        </p:nvSpPr>
        <p:spPr bwMode="auto">
          <a:xfrm>
            <a:off x="2349500" y="2920117"/>
            <a:ext cx="7493000" cy="1200329"/>
          </a:xfrm>
          <a:prstGeom prst="rect">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a:solidFill>
              <a:schemeClr val="bg1"/>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Design / Build → </a:t>
            </a:r>
            <a:r>
              <a:rPr kumimoji="0" lang="en-US" altLang="en-US" sz="1800" b="0" i="0" u="none" strike="noStrike" cap="none" normalizeH="0" baseline="0" dirty="0" err="1">
                <a:ln>
                  <a:noFill/>
                </a:ln>
                <a:solidFill>
                  <a:schemeClr val="tx1"/>
                </a:solidFill>
                <a:effectLst/>
                <a:latin typeface="Century Gothic" panose="020B0502020202020204" pitchFamily="34" charset="0"/>
              </a:rPr>
              <a:t>Cppcheck</a:t>
            </a:r>
            <a:r>
              <a:rPr kumimoji="0" lang="en-US" altLang="en-US" sz="1800" b="0" i="0" u="none" strike="noStrike" cap="none" normalizeH="0" baseline="0" dirty="0">
                <a:ln>
                  <a:noFill/>
                </a:ln>
                <a:solidFill>
                  <a:schemeClr val="tx1"/>
                </a:solidFill>
                <a:effectLst/>
                <a:latin typeface="Century Gothic" panose="020B0502020202020204" pitchFamily="34" charset="0"/>
              </a:rPr>
              <a:t>, Clang (static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Verify &amp; Test → </a:t>
            </a:r>
            <a:r>
              <a:rPr kumimoji="0" lang="en-US" altLang="en-US" sz="1800" b="0" i="0" u="none" strike="noStrike" cap="none" normalizeH="0" baseline="0" dirty="0" err="1">
                <a:ln>
                  <a:noFill/>
                </a:ln>
                <a:solidFill>
                  <a:schemeClr val="tx1"/>
                </a:solidFill>
                <a:effectLst/>
                <a:latin typeface="Century Gothic" panose="020B0502020202020204" pitchFamily="34" charset="0"/>
              </a:rPr>
              <a:t>CodeQL</a:t>
            </a:r>
            <a:r>
              <a:rPr kumimoji="0" lang="en-US" altLang="en-US" sz="1800" b="0" i="0" u="none" strike="noStrike" cap="none" normalizeH="0" baseline="0" dirty="0">
                <a:ln>
                  <a:noFill/>
                </a:ln>
                <a:solidFill>
                  <a:schemeClr val="tx1"/>
                </a:solidFill>
                <a:effectLst/>
                <a:latin typeface="Century Gothic" panose="020B0502020202020204" pitchFamily="34" charset="0"/>
              </a:rPr>
              <a:t>, </a:t>
            </a:r>
            <a:r>
              <a:rPr kumimoji="0" lang="en-US" altLang="en-US" sz="1800" b="0" i="0" u="none" strike="noStrike" cap="none" normalizeH="0" baseline="0" dirty="0" err="1">
                <a:ln>
                  <a:noFill/>
                </a:ln>
                <a:solidFill>
                  <a:schemeClr val="tx1"/>
                </a:solidFill>
                <a:effectLst/>
                <a:latin typeface="Century Gothic" panose="020B0502020202020204" pitchFamily="34" charset="0"/>
              </a:rPr>
              <a:t>Valgrind</a:t>
            </a:r>
            <a:r>
              <a:rPr kumimoji="0" lang="en-US" altLang="en-US" sz="1800" b="0" i="0" u="none" strike="noStrike" cap="none" normalizeH="0" baseline="0" dirty="0">
                <a:ln>
                  <a:noFill/>
                </a:ln>
                <a:solidFill>
                  <a:schemeClr val="tx1"/>
                </a:solidFill>
                <a:effectLst/>
                <a:latin typeface="Century Gothic" panose="020B0502020202020204" pitchFamily="34" charset="0"/>
              </a:rPr>
              <a:t> (vulnerability + runtime testing)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Monitor &amp; Detect → Logging and monitoring tools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Respond / Maintain → Alerts, recovery, and system stabilization </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3" name="Text Placeholder 2">
            <a:extLst>
              <a:ext uri="{FF2B5EF4-FFF2-40B4-BE49-F238E27FC236}">
                <a16:creationId xmlns:a16="http://schemas.microsoft.com/office/drawing/2014/main" id="{6A19BA06-E407-28C2-8312-643FC94EF79C}"/>
              </a:ext>
            </a:extLst>
          </p:cNvPr>
          <p:cNvSpPr>
            <a:spLocks noGrp="1"/>
          </p:cNvSpPr>
          <p:nvPr>
            <p:ph type="body" idx="1"/>
          </p:nvPr>
        </p:nvSpPr>
        <p:spPr>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5400000" scaled="1"/>
            <a:tileRect/>
          </a:gradFill>
          <a:ln>
            <a:solidFill>
              <a:schemeClr val="bg1"/>
            </a:solidFill>
          </a:ln>
        </p:spPr>
        <p:txBody>
          <a:bodyPr>
            <a:normAutofit fontScale="92500" lnSpcReduction="10000"/>
          </a:bodyPr>
          <a:lstStyle/>
          <a:p>
            <a:r>
              <a:rPr lang="en-US" b="1" dirty="0">
                <a:solidFill>
                  <a:schemeClr val="tx1"/>
                </a:solidFill>
              </a:rPr>
              <a:t>Benefits:</a:t>
            </a:r>
            <a:endParaRPr lang="en-US" dirty="0">
              <a:solidFill>
                <a:schemeClr val="tx1"/>
              </a:solidFill>
            </a:endParaRPr>
          </a:p>
          <a:p>
            <a:r>
              <a:rPr lang="en-US" dirty="0">
                <a:solidFill>
                  <a:schemeClr val="tx1"/>
                </a:solidFill>
              </a:rPr>
              <a:t>Early detection of vulnerabilities </a:t>
            </a:r>
          </a:p>
          <a:p>
            <a:r>
              <a:rPr lang="en-US" dirty="0">
                <a:solidFill>
                  <a:schemeClr val="tx1"/>
                </a:solidFill>
              </a:rPr>
              <a:t>Reduced security risks and attacks </a:t>
            </a:r>
          </a:p>
          <a:p>
            <a:r>
              <a:rPr lang="en-US" dirty="0">
                <a:solidFill>
                  <a:schemeClr val="tx1"/>
                </a:solidFill>
              </a:rPr>
              <a:t>Improved system reliability and stability </a:t>
            </a:r>
          </a:p>
          <a:p>
            <a:r>
              <a:rPr lang="en-US" dirty="0">
                <a:solidFill>
                  <a:schemeClr val="tx1"/>
                </a:solidFill>
              </a:rPr>
              <a:t>Continuous security through automation </a:t>
            </a:r>
          </a:p>
          <a:p>
            <a:r>
              <a:rPr lang="en-US" b="1" dirty="0">
                <a:solidFill>
                  <a:schemeClr val="tx1"/>
                </a:solidFill>
              </a:rPr>
              <a:t>Risks:</a:t>
            </a:r>
            <a:endParaRPr lang="en-US" dirty="0">
              <a:solidFill>
                <a:schemeClr val="tx1"/>
              </a:solidFill>
            </a:endParaRPr>
          </a:p>
          <a:p>
            <a:r>
              <a:rPr lang="en-US" dirty="0">
                <a:solidFill>
                  <a:schemeClr val="tx1"/>
                </a:solidFill>
              </a:rPr>
              <a:t>Not all vulnerabilities may be detected </a:t>
            </a:r>
          </a:p>
          <a:p>
            <a:r>
              <a:rPr lang="en-US" dirty="0">
                <a:solidFill>
                  <a:schemeClr val="tx1"/>
                </a:solidFill>
              </a:rPr>
              <a:t>Over-reliance on automated tools </a:t>
            </a:r>
          </a:p>
          <a:p>
            <a:r>
              <a:rPr lang="en-US" dirty="0">
                <a:solidFill>
                  <a:schemeClr val="tx1"/>
                </a:solidFill>
              </a:rPr>
              <a:t>Potential gaps in implementation </a:t>
            </a:r>
          </a:p>
          <a:p>
            <a:r>
              <a:rPr lang="en-US" dirty="0">
                <a:solidFill>
                  <a:schemeClr val="tx1"/>
                </a:solidFill>
              </a:rPr>
              <a:t>Requires ongoing maintenance and updates</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3" name="Text Placeholder 2">
            <a:extLst>
              <a:ext uri="{FF2B5EF4-FFF2-40B4-BE49-F238E27FC236}">
                <a16:creationId xmlns:a16="http://schemas.microsoft.com/office/drawing/2014/main" id="{B5E1DAEB-84AD-B5AB-21B8-DB069BFDB479}"/>
              </a:ext>
            </a:extLst>
          </p:cNvPr>
          <p:cNvSpPr>
            <a:spLocks noGrp="1"/>
          </p:cNvSpPr>
          <p:nvPr>
            <p:ph type="body" idx="1"/>
          </p:nvPr>
        </p:nvSpPr>
        <p:spPr>
          <a:xfrm>
            <a:off x="2578100" y="2537461"/>
            <a:ext cx="7035800" cy="2479040"/>
          </a:xfr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path path="circle">
              <a:fillToRect r="100000" b="100000"/>
            </a:path>
            <a:tileRect l="-100000" t="-100000"/>
          </a:gradFill>
          <a:ln>
            <a:solidFill>
              <a:schemeClr val="bg1"/>
            </a:solidFill>
          </a:ln>
        </p:spPr>
        <p:txBody>
          <a:bodyPr/>
          <a:lstStyle/>
          <a:p>
            <a:r>
              <a:rPr lang="en-US" dirty="0">
                <a:solidFill>
                  <a:schemeClr val="tx1"/>
                </a:solidFill>
              </a:rPr>
              <a:t>Strengthen input validation across all systems </a:t>
            </a:r>
          </a:p>
          <a:p>
            <a:r>
              <a:rPr lang="en-US" dirty="0">
                <a:solidFill>
                  <a:schemeClr val="tx1"/>
                </a:solidFill>
              </a:rPr>
              <a:t>Expand automated testing coverage </a:t>
            </a:r>
          </a:p>
          <a:p>
            <a:r>
              <a:rPr lang="en-US" dirty="0">
                <a:solidFill>
                  <a:schemeClr val="tx1"/>
                </a:solidFill>
              </a:rPr>
              <a:t>Regularly update coding standards and tools </a:t>
            </a:r>
          </a:p>
          <a:p>
            <a:r>
              <a:rPr lang="en-US" dirty="0">
                <a:solidFill>
                  <a:schemeClr val="tx1"/>
                </a:solidFill>
              </a:rPr>
              <a:t>Improve monitoring and logging practices </a:t>
            </a:r>
          </a:p>
          <a:p>
            <a:r>
              <a:rPr lang="en-US" dirty="0">
                <a:solidFill>
                  <a:schemeClr val="tx1"/>
                </a:solidFill>
              </a:rPr>
              <a:t>Conduct periodic security reviews </a:t>
            </a:r>
          </a:p>
          <a:p>
            <a:pPr marL="114300" indent="0">
              <a:buNone/>
            </a:pPr>
            <a:endParaRPr lang="en-US" dirty="0"/>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7" name="Rectangle 2">
            <a:extLst>
              <a:ext uri="{FF2B5EF4-FFF2-40B4-BE49-F238E27FC236}">
                <a16:creationId xmlns:a16="http://schemas.microsoft.com/office/drawing/2014/main" id="{884C3586-EEF1-B9C1-F9CF-14E372039444}"/>
              </a:ext>
            </a:extLst>
          </p:cNvPr>
          <p:cNvSpPr>
            <a:spLocks noGrp="1" noChangeArrowheads="1"/>
          </p:cNvSpPr>
          <p:nvPr>
            <p:ph type="body" idx="1"/>
          </p:nvPr>
        </p:nvSpPr>
        <p:spPr bwMode="auto">
          <a:xfrm>
            <a:off x="3225800" y="2828835"/>
            <a:ext cx="6378669" cy="1200329"/>
          </a:xfrm>
          <a:prstGeom prst="rect">
            <a:avLst/>
          </a:prstGeom>
          <a:solidFill>
            <a:schemeClr val="tx2"/>
          </a:solidFill>
          <a:ln>
            <a:solidFill>
              <a:schemeClr val="bg1"/>
            </a:solid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Security must be integrated throughout development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Coding standards reduce vulnerabilities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Automation ensures continuous enforcement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Defense in depth strengthens system resilience </a:t>
            </a: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pic>
        <p:nvPicPr>
          <p:cNvPr id="239" name="Google Shape;239;p1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3" name="Text Placeholder 2">
            <a:extLst>
              <a:ext uri="{FF2B5EF4-FFF2-40B4-BE49-F238E27FC236}">
                <a16:creationId xmlns:a16="http://schemas.microsoft.com/office/drawing/2014/main" id="{E0F29969-FAE4-8D45-F731-61C44DAA127A}"/>
              </a:ext>
            </a:extLst>
          </p:cNvPr>
          <p:cNvSpPr>
            <a:spLocks noGrp="1"/>
          </p:cNvSpPr>
          <p:nvPr>
            <p:ph type="body" idx="1"/>
          </p:nvPr>
        </p:nvSpPr>
        <p:spPr/>
        <p:txBody>
          <a:bodyPr>
            <a:normAutofit fontScale="92500" lnSpcReduction="10000"/>
          </a:bodyPr>
          <a:lstStyle/>
          <a:p>
            <a:r>
              <a:rPr lang="en-US" dirty="0"/>
              <a:t>Carnegie Mellon University, Software Engineering Institute. (n.d.). </a:t>
            </a:r>
            <a:r>
              <a:rPr lang="en-US" i="1" dirty="0"/>
              <a:t>SEI CERT C/C++ coding standard</a:t>
            </a:r>
            <a:r>
              <a:rPr lang="en-US" dirty="0"/>
              <a:t>.</a:t>
            </a:r>
            <a:br>
              <a:rPr lang="en-US" dirty="0"/>
            </a:br>
            <a:r>
              <a:rPr lang="en-US" dirty="0">
                <a:hlinkClick r:id="rId5"/>
              </a:rPr>
              <a:t>https://cmu-sei.github.io/secure-coding-standards/sei-cert-c-coding-standard/</a:t>
            </a:r>
            <a:endParaRPr lang="en-US" dirty="0"/>
          </a:p>
          <a:p>
            <a:r>
              <a:rPr lang="en-US" dirty="0" err="1"/>
              <a:t>Cppcheck</a:t>
            </a:r>
            <a:r>
              <a:rPr lang="en-US" dirty="0"/>
              <a:t>. (n.d.). </a:t>
            </a:r>
            <a:r>
              <a:rPr lang="en-US" i="1" dirty="0" err="1"/>
              <a:t>Cppcheck</a:t>
            </a:r>
            <a:r>
              <a:rPr lang="en-US" i="1" dirty="0"/>
              <a:t> static analysis tool</a:t>
            </a:r>
            <a:r>
              <a:rPr lang="en-US" dirty="0"/>
              <a:t>.</a:t>
            </a:r>
            <a:br>
              <a:rPr lang="en-US" dirty="0"/>
            </a:br>
            <a:r>
              <a:rPr lang="en-US" dirty="0">
                <a:hlinkClick r:id="rId6"/>
              </a:rPr>
              <a:t>https://cppcheck.sourceforge.io/</a:t>
            </a:r>
            <a:endParaRPr lang="en-US" dirty="0"/>
          </a:p>
          <a:p>
            <a:r>
              <a:rPr lang="en-US" dirty="0"/>
              <a:t>GitHub. (n.d.). </a:t>
            </a:r>
            <a:r>
              <a:rPr lang="en-US" i="1" dirty="0" err="1"/>
              <a:t>CodeQL</a:t>
            </a:r>
            <a:r>
              <a:rPr lang="en-US" i="1" dirty="0"/>
              <a:t> documentation</a:t>
            </a:r>
            <a:r>
              <a:rPr lang="en-US" dirty="0"/>
              <a:t>.</a:t>
            </a:r>
            <a:br>
              <a:rPr lang="en-US" dirty="0"/>
            </a:br>
            <a:r>
              <a:rPr lang="en-US" dirty="0">
                <a:hlinkClick r:id="rId7"/>
              </a:rPr>
              <a:t>https://codeql.github.com/</a:t>
            </a:r>
            <a:endParaRPr lang="en-US" dirty="0"/>
          </a:p>
          <a:p>
            <a:r>
              <a:rPr lang="en-US" dirty="0"/>
              <a:t>LLVM Project. (n.d.). </a:t>
            </a:r>
            <a:r>
              <a:rPr lang="en-US" i="1" dirty="0"/>
              <a:t>Clang static analyzer</a:t>
            </a:r>
            <a:r>
              <a:rPr lang="en-US" dirty="0"/>
              <a:t>.</a:t>
            </a:r>
            <a:br>
              <a:rPr lang="en-US" dirty="0"/>
            </a:br>
            <a:r>
              <a:rPr lang="en-US" dirty="0">
                <a:hlinkClick r:id="rId8"/>
              </a:rPr>
              <a:t>https://clang-analyzer.llvm.org/</a:t>
            </a:r>
            <a:endParaRPr lang="en-US" dirty="0"/>
          </a:p>
          <a:p>
            <a:r>
              <a:rPr lang="en-US" dirty="0" err="1"/>
              <a:t>Valgrind</a:t>
            </a:r>
            <a:r>
              <a:rPr lang="en-US" dirty="0"/>
              <a:t> Developers. (n.d.). </a:t>
            </a:r>
            <a:r>
              <a:rPr lang="en-US" i="1" dirty="0" err="1"/>
              <a:t>Valgrind</a:t>
            </a:r>
            <a:r>
              <a:rPr lang="en-US" i="1" dirty="0"/>
              <a:t> documentation</a:t>
            </a:r>
            <a:r>
              <a:rPr lang="en-US" dirty="0"/>
              <a:t>.</a:t>
            </a:r>
            <a:br>
              <a:rPr lang="en-US" dirty="0"/>
            </a:br>
            <a:r>
              <a:rPr lang="en-US" dirty="0">
                <a:hlinkClick r:id="rId9"/>
              </a:rPr>
              <a:t>https://valgrind.org/</a:t>
            </a:r>
            <a:endParaRPr lang="en-US" dirty="0"/>
          </a:p>
          <a:p>
            <a:r>
              <a:rPr lang="en-US" dirty="0"/>
              <a:t>OWASP Foundation. (n.d.). </a:t>
            </a:r>
            <a:r>
              <a:rPr lang="en-US" i="1" dirty="0"/>
              <a:t>Secure coding practices quick reference guide</a:t>
            </a:r>
            <a:r>
              <a:rPr lang="en-US" dirty="0"/>
              <a:t>.</a:t>
            </a:r>
            <a:br>
              <a:rPr lang="en-US" dirty="0"/>
            </a:br>
            <a:r>
              <a:rPr lang="en-US">
                <a:hlinkClick r:id="rId10"/>
              </a:rPr>
              <a:t>https://owasp.org/www-project-secure-coding-practices-quick-reference-guide/</a:t>
            </a:r>
            <a:endParaRPr lang="en-US"/>
          </a:p>
          <a:p>
            <a:pPr marL="114300" indent="0">
              <a:buNone/>
            </a:pPr>
            <a:endParaRPr lang="en-US"/>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2050</TotalTime>
  <Words>822</Words>
  <Application>Microsoft Office PowerPoint</Application>
  <PresentationFormat>Widescreen</PresentationFormat>
  <Paragraphs>166</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Century Gothic</vt:lpstr>
      <vt:lpstr>Vapor Trail</vt:lpstr>
      <vt:lpstr>Green Pace</vt:lpstr>
      <vt:lpstr>OVERVIEW: DEFENSE IN DEPTH</vt:lpstr>
      <vt:lpstr>THREATS MATRIX</vt:lpstr>
      <vt:lpstr>10 PRINCIPLES</vt:lpstr>
      <vt:lpstr>CODING STANDARDS</vt:lpstr>
      <vt:lpstr>ENCRYPTION POLICIES</vt:lpstr>
      <vt:lpstr>TRIPLE-A POLICIES</vt:lpstr>
      <vt:lpstr>Unit Testing - Does the system prevent SQL injection?</vt:lpstr>
      <vt:lpstr>Unit Testing - Does the system prevent buffer overflow in string handling?</vt:lpstr>
      <vt:lpstr>Unit Testing - Does the system validate numeric input correctly?</vt:lpstr>
      <vt:lpstr>Unit Testing - Does the system prevent unsafe pointer or memory use?</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Hammonds, Charles</cp:lastModifiedBy>
  <cp:revision>5</cp:revision>
  <dcterms:created xsi:type="dcterms:W3CDTF">2020-08-19T17:59:24Z</dcterms:created>
  <dcterms:modified xsi:type="dcterms:W3CDTF">2026-04-26T01:18:47Z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